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22"/>
  </p:notesMasterIdLst>
  <p:handoutMasterIdLst>
    <p:handoutMasterId r:id="rId23"/>
  </p:handoutMasterIdLst>
  <p:sldIdLst>
    <p:sldId id="258" r:id="rId5"/>
    <p:sldId id="284" r:id="rId6"/>
    <p:sldId id="294" r:id="rId7"/>
    <p:sldId id="296" r:id="rId8"/>
    <p:sldId id="286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29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1314740"/>
            <a:ext cx="5663955" cy="1466662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923956" y="6130340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processe.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97948" y="6284877"/>
            <a:ext cx="519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180376" y="6386731"/>
            <a:ext cx="7831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Comparing of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with Tessarect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engine.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Component Analysis Based Two Zone Approach for Bangla Character Segmentation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.” 1-4.10.1109/ICBSLP.2018.8554684.</a:t>
            </a: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+mj-lt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474</Words>
  <Application>Microsoft Office PowerPoint</Application>
  <PresentationFormat>Widescreen</PresentationFormat>
  <Paragraphs>107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Century Gothic</vt:lpstr>
      <vt:lpstr>Times New Roman</vt:lpstr>
      <vt:lpstr>Wingdings</vt:lpstr>
      <vt:lpstr>RetrospectVTI</vt:lpstr>
      <vt:lpstr>PowerPoint Presentation</vt:lpstr>
      <vt:lpstr>Outline</vt:lpstr>
      <vt:lpstr>Motivation </vt:lpstr>
      <vt:lpstr>Objective 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2020-07-06T15:37:04Z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