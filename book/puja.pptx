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45"/>
  </p:notesMasterIdLst>
  <p:handoutMasterIdLst>
    <p:handoutMasterId r:id="rId46"/>
  </p:handoutMasterIdLst>
  <p:sldIdLst>
    <p:sldId id="258" r:id="rId5"/>
    <p:sldId id="284" r:id="rId6"/>
    <p:sldId id="293" r:id="rId7"/>
    <p:sldId id="294" r:id="rId8"/>
    <p:sldId id="295" r:id="rId9"/>
    <p:sldId id="296" r:id="rId10"/>
    <p:sldId id="297" r:id="rId11"/>
    <p:sldId id="286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262" r:id="rId23"/>
    <p:sldId id="263" r:id="rId24"/>
    <p:sldId id="264" r:id="rId25"/>
    <p:sldId id="287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91" r:id="rId34"/>
    <p:sldId id="273" r:id="rId35"/>
    <p:sldId id="274" r:id="rId36"/>
    <p:sldId id="275" r:id="rId37"/>
    <p:sldId id="276" r:id="rId38"/>
    <p:sldId id="292" r:id="rId39"/>
    <p:sldId id="283" r:id="rId40"/>
    <p:sldId id="278" r:id="rId41"/>
    <p:sldId id="279" r:id="rId42"/>
    <p:sldId id="280" r:id="rId43"/>
    <p:sldId id="29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5C-4F0A-9E1F-D7DC5243879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35C-4F0A-9E1F-D7DC5243879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35C-4F0A-9E1F-D7DC524387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30702240"/>
        <c:axId val="1983816912"/>
      </c:barChart>
      <c:catAx>
        <c:axId val="1030702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3816912"/>
        <c:crosses val="autoZero"/>
        <c:auto val="1"/>
        <c:lblAlgn val="ctr"/>
        <c:lblOffset val="100"/>
        <c:noMultiLvlLbl val="0"/>
      </c:catAx>
      <c:valAx>
        <c:axId val="1983816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702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SAT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4EA-4A29-BBFD-F58507E2077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4EA-4A29-BBFD-F58507E2077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4EA-4A29-BBFD-F58507E2077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4EA-4A29-BBFD-F58507E2077D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4EA-4A29-BBFD-F58507E207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01-4AB5-9812-3BE7D0943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01-4AB5-9812-3BE7D0943A1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01-4AB5-9812-3BE7D0943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73548912"/>
        <c:axId val="1584010032"/>
      </c:lineChart>
      <c:catAx>
        <c:axId val="1973548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84010032"/>
        <c:crosses val="autoZero"/>
        <c:auto val="1"/>
        <c:lblAlgn val="ctr"/>
        <c:lblOffset val="100"/>
        <c:noMultiLvlLbl val="0"/>
      </c:catAx>
      <c:valAx>
        <c:axId val="1584010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3548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acrossLinear" id="2">
  <a:schemeClr val="accent1"/>
  <a:schemeClr val="accent2"/>
  <a:schemeClr val="accent3"/>
  <a:schemeClr val="accent4"/>
  <a:schemeClr val="accent5"/>
  <a:schemeClr val="accent6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5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svg"/><Relationship Id="rId1" Type="http://schemas.openxmlformats.org/officeDocument/2006/relationships/image" Target="../media/image51.png"/><Relationship Id="rId6" Type="http://schemas.openxmlformats.org/officeDocument/2006/relationships/image" Target="../media/image56.svg"/><Relationship Id="rId5" Type="http://schemas.openxmlformats.org/officeDocument/2006/relationships/image" Target="../media/image55.png"/><Relationship Id="rId4" Type="http://schemas.openxmlformats.org/officeDocument/2006/relationships/image" Target="../media/image5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B3EF664-A10F-4F61-87E9-B962E1317A37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1A69854-7566-4412-A31D-81234E9B8C14}">
      <dgm:prSet/>
      <dgm:spPr/>
      <dgm:t>
        <a:bodyPr/>
        <a:lstStyle/>
        <a:p>
          <a:pPr>
            <a:defRPr cap="all"/>
          </a:pPr>
          <a:r>
            <a:rPr lang="en-US" dirty="0"/>
            <a:t>Architecture</a:t>
          </a:r>
        </a:p>
      </dgm:t>
    </dgm:pt>
    <dgm:pt modelId="{5565F0F1-4759-426E-A93D-D788C6B1834D}" type="parTrans" cxnId="{C153F2C4-27C7-4F67-B59D-21B1E7599AB9}">
      <dgm:prSet/>
      <dgm:spPr/>
      <dgm:t>
        <a:bodyPr/>
        <a:lstStyle/>
        <a:p>
          <a:endParaRPr lang="en-US"/>
        </a:p>
      </dgm:t>
    </dgm:pt>
    <dgm:pt modelId="{A9FB573E-5C39-4200-AE81-986E8B2899A1}" type="sibTrans" cxnId="{C153F2C4-27C7-4F67-B59D-21B1E7599AB9}">
      <dgm:prSet/>
      <dgm:spPr/>
      <dgm:t>
        <a:bodyPr/>
        <a:lstStyle/>
        <a:p>
          <a:endParaRPr lang="en-US"/>
        </a:p>
      </dgm:t>
    </dgm:pt>
    <dgm:pt modelId="{70AAB01F-1F3F-4239-BB51-C836817025E3}">
      <dgm:prSet/>
      <dgm:spPr/>
      <dgm:t>
        <a:bodyPr/>
        <a:lstStyle/>
        <a:p>
          <a:pPr>
            <a:defRPr cap="all"/>
          </a:pPr>
          <a:r>
            <a:rPr lang="en-US" dirty="0"/>
            <a:t>Construction</a:t>
          </a:r>
        </a:p>
      </dgm:t>
    </dgm:pt>
    <dgm:pt modelId="{60249235-DC8C-405B-AC8E-676465FD62B7}" type="parTrans" cxnId="{66ABC6C2-DAA8-4BBD-A2CD-5B08247D6969}">
      <dgm:prSet/>
      <dgm:spPr/>
      <dgm:t>
        <a:bodyPr/>
        <a:lstStyle/>
        <a:p>
          <a:endParaRPr lang="en-US"/>
        </a:p>
      </dgm:t>
    </dgm:pt>
    <dgm:pt modelId="{A802530E-2788-4B70-8347-C4EFA40311A1}" type="sibTrans" cxnId="{66ABC6C2-DAA8-4BBD-A2CD-5B08247D6969}">
      <dgm:prSet/>
      <dgm:spPr/>
      <dgm:t>
        <a:bodyPr/>
        <a:lstStyle/>
        <a:p>
          <a:endParaRPr lang="en-US"/>
        </a:p>
      </dgm:t>
    </dgm:pt>
    <dgm:pt modelId="{F1D9C275-1E4B-40E9-8FA5-90D49683C289}">
      <dgm:prSet/>
      <dgm:spPr/>
      <dgm:t>
        <a:bodyPr/>
        <a:lstStyle/>
        <a:p>
          <a:pPr>
            <a:defRPr cap="all"/>
          </a:pPr>
          <a:r>
            <a:rPr lang="en-US" dirty="0"/>
            <a:t>Urban Planning</a:t>
          </a:r>
        </a:p>
      </dgm:t>
    </dgm:pt>
    <dgm:pt modelId="{9C0328EF-E0B3-46D2-8D34-FBD9C9204230}" type="parTrans" cxnId="{0606E161-41D1-4B3A-BC3B-E677E85EFE9B}">
      <dgm:prSet/>
      <dgm:spPr/>
      <dgm:t>
        <a:bodyPr/>
        <a:lstStyle/>
        <a:p>
          <a:endParaRPr lang="en-US"/>
        </a:p>
      </dgm:t>
    </dgm:pt>
    <dgm:pt modelId="{7142EB2F-6B3E-439E-A19D-B6E391266445}" type="sibTrans" cxnId="{0606E161-41D1-4B3A-BC3B-E677E85EFE9B}">
      <dgm:prSet/>
      <dgm:spPr/>
      <dgm:t>
        <a:bodyPr/>
        <a:lstStyle/>
        <a:p>
          <a:endParaRPr lang="en-US"/>
        </a:p>
      </dgm:t>
    </dgm:pt>
    <dgm:pt modelId="{0E8A49A6-8E18-4048-9FDA-610A17570EF0}" type="pres">
      <dgm:prSet presAssocID="{AB3EF664-A10F-4F61-87E9-B962E1317A37}" presName="root" presStyleCnt="0">
        <dgm:presLayoutVars>
          <dgm:dir/>
          <dgm:resizeHandles val="exact"/>
        </dgm:presLayoutVars>
      </dgm:prSet>
      <dgm:spPr/>
    </dgm:pt>
    <dgm:pt modelId="{9A68BBF8-A3E0-4E2F-B71B-1F2155ACCE48}" type="pres">
      <dgm:prSet presAssocID="{31A69854-7566-4412-A31D-81234E9B8C14}" presName="compNode" presStyleCnt="0"/>
      <dgm:spPr/>
    </dgm:pt>
    <dgm:pt modelId="{A862FEE0-5D38-41BA-91F4-C685EFB92C04}" type="pres">
      <dgm:prSet presAssocID="{31A69854-7566-4412-A31D-81234E9B8C14}" presName="iconBgRect" presStyleLbl="bgShp" presStyleIdx="0" presStyleCnt="3"/>
      <dgm:spPr/>
    </dgm:pt>
    <dgm:pt modelId="{A947F9BA-7C22-4CAB-8F98-954D0477F8C4}" type="pres">
      <dgm:prSet presAssocID="{31A69854-7566-4412-A31D-81234E9B8C1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C61AF29-DEA5-4C49-B50F-0E6750CA25F3}" type="pres">
      <dgm:prSet presAssocID="{31A69854-7566-4412-A31D-81234E9B8C14}" presName="spaceRect" presStyleCnt="0"/>
      <dgm:spPr/>
    </dgm:pt>
    <dgm:pt modelId="{9AA7F644-CA99-4D1C-AC22-9A40CAD36E45}" type="pres">
      <dgm:prSet presAssocID="{31A69854-7566-4412-A31D-81234E9B8C14}" presName="textRect" presStyleLbl="revTx" presStyleIdx="0" presStyleCnt="3">
        <dgm:presLayoutVars>
          <dgm:chMax val="1"/>
          <dgm:chPref val="1"/>
        </dgm:presLayoutVars>
      </dgm:prSet>
      <dgm:spPr/>
    </dgm:pt>
    <dgm:pt modelId="{46E12DA7-C0E4-4117-A680-978BC683C788}" type="pres">
      <dgm:prSet presAssocID="{A9FB573E-5C39-4200-AE81-986E8B2899A1}" presName="sibTrans" presStyleCnt="0"/>
      <dgm:spPr/>
    </dgm:pt>
    <dgm:pt modelId="{AEFD6563-DF4B-4A42-B09B-B4C19EE3FCBB}" type="pres">
      <dgm:prSet presAssocID="{70AAB01F-1F3F-4239-BB51-C836817025E3}" presName="compNode" presStyleCnt="0"/>
      <dgm:spPr/>
    </dgm:pt>
    <dgm:pt modelId="{395704C5-F946-462D-A69C-EF9F9736D2B0}" type="pres">
      <dgm:prSet presAssocID="{70AAB01F-1F3F-4239-BB51-C836817025E3}" presName="iconBgRect" presStyleLbl="bgShp" presStyleIdx="1" presStyleCnt="3"/>
      <dgm:spPr/>
    </dgm:pt>
    <dgm:pt modelId="{965E6294-B2C0-4C55-828B-784B823F312F}" type="pres">
      <dgm:prSet presAssocID="{70AAB01F-1F3F-4239-BB51-C836817025E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ne"/>
        </a:ext>
      </dgm:extLst>
    </dgm:pt>
    <dgm:pt modelId="{2FDAA7AC-DEBA-4700-99D0-1A78999FE69D}" type="pres">
      <dgm:prSet presAssocID="{70AAB01F-1F3F-4239-BB51-C836817025E3}" presName="spaceRect" presStyleCnt="0"/>
      <dgm:spPr/>
    </dgm:pt>
    <dgm:pt modelId="{133F658D-38C7-4601-A0BE-1335EF200B1E}" type="pres">
      <dgm:prSet presAssocID="{70AAB01F-1F3F-4239-BB51-C836817025E3}" presName="textRect" presStyleLbl="revTx" presStyleIdx="1" presStyleCnt="3">
        <dgm:presLayoutVars>
          <dgm:chMax val="1"/>
          <dgm:chPref val="1"/>
        </dgm:presLayoutVars>
      </dgm:prSet>
      <dgm:spPr/>
    </dgm:pt>
    <dgm:pt modelId="{3B666681-D9D5-4A8A-82D9-4D0309BC6E10}" type="pres">
      <dgm:prSet presAssocID="{A802530E-2788-4B70-8347-C4EFA40311A1}" presName="sibTrans" presStyleCnt="0"/>
      <dgm:spPr/>
    </dgm:pt>
    <dgm:pt modelId="{7AAC013A-0AE3-49C5-B253-1E832DDAC4F3}" type="pres">
      <dgm:prSet presAssocID="{F1D9C275-1E4B-40E9-8FA5-90D49683C289}" presName="compNode" presStyleCnt="0"/>
      <dgm:spPr/>
    </dgm:pt>
    <dgm:pt modelId="{E11D9D2D-E1EF-4F8B-B956-5276604AD9D9}" type="pres">
      <dgm:prSet presAssocID="{F1D9C275-1E4B-40E9-8FA5-90D49683C289}" presName="iconBgRect" presStyleLbl="bgShp" presStyleIdx="2" presStyleCnt="3"/>
      <dgm:spPr/>
    </dgm:pt>
    <dgm:pt modelId="{58FA072A-DFB4-4C7E-8DD2-3ED530ACB350}" type="pres">
      <dgm:prSet presAssocID="{F1D9C275-1E4B-40E9-8FA5-90D49683C28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289381BC-2E4A-4E2E-8DCB-A1DCC09AF3C1}" type="pres">
      <dgm:prSet presAssocID="{F1D9C275-1E4B-40E9-8FA5-90D49683C289}" presName="spaceRect" presStyleCnt="0"/>
      <dgm:spPr/>
    </dgm:pt>
    <dgm:pt modelId="{4E92316D-3FE7-4566-B3F0-19B75154652B}" type="pres">
      <dgm:prSet presAssocID="{F1D9C275-1E4B-40E9-8FA5-90D49683C28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0606E161-41D1-4B3A-BC3B-E677E85EFE9B}" srcId="{AB3EF664-A10F-4F61-87E9-B962E1317A37}" destId="{F1D9C275-1E4B-40E9-8FA5-90D49683C289}" srcOrd="2" destOrd="0" parTransId="{9C0328EF-E0B3-46D2-8D34-FBD9C9204230}" sibTransId="{7142EB2F-6B3E-439E-A19D-B6E391266445}"/>
    <dgm:cxn modelId="{E3CAD069-CACA-43E3-87EF-3695A8153986}" type="presOf" srcId="{31A69854-7566-4412-A31D-81234E9B8C14}" destId="{9AA7F644-CA99-4D1C-AC22-9A40CAD36E45}" srcOrd="0" destOrd="0" presId="urn:microsoft.com/office/officeart/2018/5/layout/IconCircleLabelList"/>
    <dgm:cxn modelId="{C0AE264B-7831-4384-AC47-897D1FA71958}" type="presOf" srcId="{70AAB01F-1F3F-4239-BB51-C836817025E3}" destId="{133F658D-38C7-4601-A0BE-1335EF200B1E}" srcOrd="0" destOrd="0" presId="urn:microsoft.com/office/officeart/2018/5/layout/IconCircleLabelList"/>
    <dgm:cxn modelId="{19BAD8AA-085B-4C78-A9C3-EBCFE611E9B4}" type="presOf" srcId="{F1D9C275-1E4B-40E9-8FA5-90D49683C289}" destId="{4E92316D-3FE7-4566-B3F0-19B75154652B}" srcOrd="0" destOrd="0" presId="urn:microsoft.com/office/officeart/2018/5/layout/IconCircleLabelList"/>
    <dgm:cxn modelId="{4E249BB5-DA6B-43ED-A8A0-A4158A6FAEE7}" type="presOf" srcId="{AB3EF664-A10F-4F61-87E9-B962E1317A37}" destId="{0E8A49A6-8E18-4048-9FDA-610A17570EF0}" srcOrd="0" destOrd="0" presId="urn:microsoft.com/office/officeart/2018/5/layout/IconCircleLabelList"/>
    <dgm:cxn modelId="{66ABC6C2-DAA8-4BBD-A2CD-5B08247D6969}" srcId="{AB3EF664-A10F-4F61-87E9-B962E1317A37}" destId="{70AAB01F-1F3F-4239-BB51-C836817025E3}" srcOrd="1" destOrd="0" parTransId="{60249235-DC8C-405B-AC8E-676465FD62B7}" sibTransId="{A802530E-2788-4B70-8347-C4EFA40311A1}"/>
    <dgm:cxn modelId="{C153F2C4-27C7-4F67-B59D-21B1E7599AB9}" srcId="{AB3EF664-A10F-4F61-87E9-B962E1317A37}" destId="{31A69854-7566-4412-A31D-81234E9B8C14}" srcOrd="0" destOrd="0" parTransId="{5565F0F1-4759-426E-A93D-D788C6B1834D}" sibTransId="{A9FB573E-5C39-4200-AE81-986E8B2899A1}"/>
    <dgm:cxn modelId="{B0A6F699-D400-48B7-8C7A-C3EEE22297DD}" type="presParOf" srcId="{0E8A49A6-8E18-4048-9FDA-610A17570EF0}" destId="{9A68BBF8-A3E0-4E2F-B71B-1F2155ACCE48}" srcOrd="0" destOrd="0" presId="urn:microsoft.com/office/officeart/2018/5/layout/IconCircleLabelList"/>
    <dgm:cxn modelId="{FEB4316E-5DD1-4796-9118-9A696E25DDEA}" type="presParOf" srcId="{9A68BBF8-A3E0-4E2F-B71B-1F2155ACCE48}" destId="{A862FEE0-5D38-41BA-91F4-C685EFB92C04}" srcOrd="0" destOrd="0" presId="urn:microsoft.com/office/officeart/2018/5/layout/IconCircleLabelList"/>
    <dgm:cxn modelId="{CA576736-5C63-4A97-A2DD-504DCE88DE80}" type="presParOf" srcId="{9A68BBF8-A3E0-4E2F-B71B-1F2155ACCE48}" destId="{A947F9BA-7C22-4CAB-8F98-954D0477F8C4}" srcOrd="1" destOrd="0" presId="urn:microsoft.com/office/officeart/2018/5/layout/IconCircleLabelList"/>
    <dgm:cxn modelId="{FB041FBD-A465-4993-A8CE-6E802FC21254}" type="presParOf" srcId="{9A68BBF8-A3E0-4E2F-B71B-1F2155ACCE48}" destId="{CC61AF29-DEA5-4C49-B50F-0E6750CA25F3}" srcOrd="2" destOrd="0" presId="urn:microsoft.com/office/officeart/2018/5/layout/IconCircleLabelList"/>
    <dgm:cxn modelId="{CACF3CE0-0F22-408C-BF0F-F426B5770E13}" type="presParOf" srcId="{9A68BBF8-A3E0-4E2F-B71B-1F2155ACCE48}" destId="{9AA7F644-CA99-4D1C-AC22-9A40CAD36E45}" srcOrd="3" destOrd="0" presId="urn:microsoft.com/office/officeart/2018/5/layout/IconCircleLabelList"/>
    <dgm:cxn modelId="{6EC493D3-B41B-4873-BEE5-A6C2847DED98}" type="presParOf" srcId="{0E8A49A6-8E18-4048-9FDA-610A17570EF0}" destId="{46E12DA7-C0E4-4117-A680-978BC683C788}" srcOrd="1" destOrd="0" presId="urn:microsoft.com/office/officeart/2018/5/layout/IconCircleLabelList"/>
    <dgm:cxn modelId="{2BD1452C-8008-416A-AF8A-3F33A03CB5F0}" type="presParOf" srcId="{0E8A49A6-8E18-4048-9FDA-610A17570EF0}" destId="{AEFD6563-DF4B-4A42-B09B-B4C19EE3FCBB}" srcOrd="2" destOrd="0" presId="urn:microsoft.com/office/officeart/2018/5/layout/IconCircleLabelList"/>
    <dgm:cxn modelId="{C00618F3-5CE5-4E61-BC2E-0DBDF35445D3}" type="presParOf" srcId="{AEFD6563-DF4B-4A42-B09B-B4C19EE3FCBB}" destId="{395704C5-F946-462D-A69C-EF9F9736D2B0}" srcOrd="0" destOrd="0" presId="urn:microsoft.com/office/officeart/2018/5/layout/IconCircleLabelList"/>
    <dgm:cxn modelId="{2866C1D9-1CDD-4186-AD88-EFD450F36E1C}" type="presParOf" srcId="{AEFD6563-DF4B-4A42-B09B-B4C19EE3FCBB}" destId="{965E6294-B2C0-4C55-828B-784B823F312F}" srcOrd="1" destOrd="0" presId="urn:microsoft.com/office/officeart/2018/5/layout/IconCircleLabelList"/>
    <dgm:cxn modelId="{CFDB2128-8828-4619-95F1-ADAC12395191}" type="presParOf" srcId="{AEFD6563-DF4B-4A42-B09B-B4C19EE3FCBB}" destId="{2FDAA7AC-DEBA-4700-99D0-1A78999FE69D}" srcOrd="2" destOrd="0" presId="urn:microsoft.com/office/officeart/2018/5/layout/IconCircleLabelList"/>
    <dgm:cxn modelId="{7035CD62-4FC4-4035-B99F-BAD5D736F115}" type="presParOf" srcId="{AEFD6563-DF4B-4A42-B09B-B4C19EE3FCBB}" destId="{133F658D-38C7-4601-A0BE-1335EF200B1E}" srcOrd="3" destOrd="0" presId="urn:microsoft.com/office/officeart/2018/5/layout/IconCircleLabelList"/>
    <dgm:cxn modelId="{559F9AFD-7B36-4EFE-B99A-F36D04D52469}" type="presParOf" srcId="{0E8A49A6-8E18-4048-9FDA-610A17570EF0}" destId="{3B666681-D9D5-4A8A-82D9-4D0309BC6E10}" srcOrd="3" destOrd="0" presId="urn:microsoft.com/office/officeart/2018/5/layout/IconCircleLabelList"/>
    <dgm:cxn modelId="{768E7001-0ED8-48BF-92F4-01F2B6779139}" type="presParOf" srcId="{0E8A49A6-8E18-4048-9FDA-610A17570EF0}" destId="{7AAC013A-0AE3-49C5-B253-1E832DDAC4F3}" srcOrd="4" destOrd="0" presId="urn:microsoft.com/office/officeart/2018/5/layout/IconCircleLabelList"/>
    <dgm:cxn modelId="{383A1B03-FB33-49FC-8C58-2BE863FA7C05}" type="presParOf" srcId="{7AAC013A-0AE3-49C5-B253-1E832DDAC4F3}" destId="{E11D9D2D-E1EF-4F8B-B956-5276604AD9D9}" srcOrd="0" destOrd="0" presId="urn:microsoft.com/office/officeart/2018/5/layout/IconCircleLabelList"/>
    <dgm:cxn modelId="{6FE9BF58-7A75-4B3B-938C-56B37D2827BC}" type="presParOf" srcId="{7AAC013A-0AE3-49C5-B253-1E832DDAC4F3}" destId="{58FA072A-DFB4-4C7E-8DD2-3ED530ACB350}" srcOrd="1" destOrd="0" presId="urn:microsoft.com/office/officeart/2018/5/layout/IconCircleLabelList"/>
    <dgm:cxn modelId="{0A289092-85B0-4037-A5BF-54E4FC6E6984}" type="presParOf" srcId="{7AAC013A-0AE3-49C5-B253-1E832DDAC4F3}" destId="{289381BC-2E4A-4E2E-8DCB-A1DCC09AF3C1}" srcOrd="2" destOrd="0" presId="urn:microsoft.com/office/officeart/2018/5/layout/IconCircleLabelList"/>
    <dgm:cxn modelId="{A1F0FFDC-21AB-4D75-B64E-1FFEF7914036}" type="presParOf" srcId="{7AAC013A-0AE3-49C5-B253-1E832DDAC4F3}" destId="{4E92316D-3FE7-4566-B3F0-19B75154652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9082322-65D9-4EF8-8969-CB4FCD55B1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A9820DA-81FE-4A14-B0EA-B65CD716189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Performance</a:t>
          </a:r>
        </a:p>
      </dgm:t>
    </dgm:pt>
    <dgm:pt modelId="{7D86F940-3817-4F21-B70B-CDF9B2814FB6}" type="parTrans" cxnId="{23140E73-5C02-4E29-B677-CB0A65051E68}">
      <dgm:prSet/>
      <dgm:spPr/>
      <dgm:t>
        <a:bodyPr/>
        <a:lstStyle/>
        <a:p>
          <a:endParaRPr lang="en-US"/>
        </a:p>
      </dgm:t>
    </dgm:pt>
    <dgm:pt modelId="{A13B1399-C402-4A65-805A-4077B73F704E}" type="sibTrans" cxnId="{23140E73-5C02-4E29-B677-CB0A65051E68}">
      <dgm:prSet/>
      <dgm:spPr/>
      <dgm:t>
        <a:bodyPr/>
        <a:lstStyle/>
        <a:p>
          <a:endParaRPr lang="en-US"/>
        </a:p>
      </dgm:t>
    </dgm:pt>
    <dgm:pt modelId="{85CCB2CB-9E68-4B2C-9F1E-50CA45F3F48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Survey Results</a:t>
          </a:r>
        </a:p>
      </dgm:t>
    </dgm:pt>
    <dgm:pt modelId="{89638BAF-E3B3-4EC2-AD89-CF04956EB1D9}" type="parTrans" cxnId="{30268320-F02B-4006-B150-097885F597AB}">
      <dgm:prSet/>
      <dgm:spPr/>
      <dgm:t>
        <a:bodyPr/>
        <a:lstStyle/>
        <a:p>
          <a:endParaRPr lang="en-US"/>
        </a:p>
      </dgm:t>
    </dgm:pt>
    <dgm:pt modelId="{EC882073-29DC-49E2-8D0C-CE87001FF601}" type="sibTrans" cxnId="{30268320-F02B-4006-B150-097885F597AB}">
      <dgm:prSet/>
      <dgm:spPr/>
      <dgm:t>
        <a:bodyPr/>
        <a:lstStyle/>
        <a:p>
          <a:endParaRPr lang="en-US"/>
        </a:p>
      </dgm:t>
    </dgm:pt>
    <dgm:pt modelId="{438D9AB5-4B71-4E86-91B8-CCD3C6E465F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Highlights /Lowlights</a:t>
          </a:r>
        </a:p>
      </dgm:t>
    </dgm:pt>
    <dgm:pt modelId="{0990FD5A-F3E8-49F8-AD75-18A09DFB88C9}" type="parTrans" cxnId="{B349604F-E5CF-4B20-9A83-A1E8837EECEE}">
      <dgm:prSet/>
      <dgm:spPr/>
      <dgm:t>
        <a:bodyPr/>
        <a:lstStyle/>
        <a:p>
          <a:endParaRPr lang="en-US"/>
        </a:p>
      </dgm:t>
    </dgm:pt>
    <dgm:pt modelId="{3E2CAA1F-C879-4840-8802-68DBCC5220D2}" type="sibTrans" cxnId="{B349604F-E5CF-4B20-9A83-A1E8837EECEE}">
      <dgm:prSet/>
      <dgm:spPr/>
      <dgm:t>
        <a:bodyPr/>
        <a:lstStyle/>
        <a:p>
          <a:endParaRPr lang="en-US"/>
        </a:p>
      </dgm:t>
    </dgm:pt>
    <dgm:pt modelId="{9248FD18-E683-4541-9EB2-A0B551436FF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Key Project Updates</a:t>
          </a:r>
        </a:p>
      </dgm:t>
    </dgm:pt>
    <dgm:pt modelId="{925B2FF4-17B9-40B4-A5F2-C21ED5F20620}" type="parTrans" cxnId="{94C77C83-4E62-41E8-BBFF-3A926E5F2A54}">
      <dgm:prSet/>
      <dgm:spPr/>
      <dgm:t>
        <a:bodyPr/>
        <a:lstStyle/>
        <a:p>
          <a:endParaRPr lang="en-US"/>
        </a:p>
      </dgm:t>
    </dgm:pt>
    <dgm:pt modelId="{B62A2653-BEB5-458F-B551-D0A4AA3032AA}" type="sibTrans" cxnId="{94C77C83-4E62-41E8-BBFF-3A926E5F2A54}">
      <dgm:prSet/>
      <dgm:spPr/>
      <dgm:t>
        <a:bodyPr/>
        <a:lstStyle/>
        <a:p>
          <a:endParaRPr lang="en-US"/>
        </a:p>
      </dgm:t>
    </dgm:pt>
    <dgm:pt modelId="{5F6296FB-6623-49F0-A37B-32D5293F3A75}" type="pres">
      <dgm:prSet presAssocID="{A9082322-65D9-4EF8-8969-CB4FCD55B155}" presName="root" presStyleCnt="0">
        <dgm:presLayoutVars>
          <dgm:dir/>
          <dgm:resizeHandles val="exact"/>
        </dgm:presLayoutVars>
      </dgm:prSet>
      <dgm:spPr/>
    </dgm:pt>
    <dgm:pt modelId="{85DA380E-3FD6-4279-8ECB-35FD817107C7}" type="pres">
      <dgm:prSet presAssocID="{FA9820DA-81FE-4A14-B0EA-B65CD7161892}" presName="compNode" presStyleCnt="0"/>
      <dgm:spPr/>
    </dgm:pt>
    <dgm:pt modelId="{E5D0A7DB-F870-4289-A176-74DC8634D49F}" type="pres">
      <dgm:prSet presAssocID="{FA9820DA-81FE-4A14-B0EA-B65CD7161892}" presName="iconBgRect" presStyleLbl="bgShp" presStyleIdx="0" presStyleCnt="4"/>
      <dgm:spPr/>
    </dgm:pt>
    <dgm:pt modelId="{926532A6-7EC2-48FB-9700-1C2608E2063C}" type="pres">
      <dgm:prSet presAssocID="{FA9820DA-81FE-4A14-B0EA-B65CD71618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c Notation"/>
        </a:ext>
      </dgm:extLst>
    </dgm:pt>
    <dgm:pt modelId="{51E7910C-A987-431D-A3B3-AFE18209A9A2}" type="pres">
      <dgm:prSet presAssocID="{FA9820DA-81FE-4A14-B0EA-B65CD7161892}" presName="spaceRect" presStyleCnt="0"/>
      <dgm:spPr/>
    </dgm:pt>
    <dgm:pt modelId="{7ECCB9B7-3229-4D84-88AF-537C55717936}" type="pres">
      <dgm:prSet presAssocID="{FA9820DA-81FE-4A14-B0EA-B65CD7161892}" presName="textRect" presStyleLbl="revTx" presStyleIdx="0" presStyleCnt="4">
        <dgm:presLayoutVars>
          <dgm:chMax val="1"/>
          <dgm:chPref val="1"/>
        </dgm:presLayoutVars>
      </dgm:prSet>
      <dgm:spPr/>
    </dgm:pt>
    <dgm:pt modelId="{31C29FDC-4EAC-421C-85D7-75F0109DA069}" type="pres">
      <dgm:prSet presAssocID="{A13B1399-C402-4A65-805A-4077B73F704E}" presName="sibTrans" presStyleCnt="0"/>
      <dgm:spPr/>
    </dgm:pt>
    <dgm:pt modelId="{BB66529C-2270-4196-BFCB-71AF1BBE96EB}" type="pres">
      <dgm:prSet presAssocID="{85CCB2CB-9E68-4B2C-9F1E-50CA45F3F484}" presName="compNode" presStyleCnt="0"/>
      <dgm:spPr/>
    </dgm:pt>
    <dgm:pt modelId="{3EC02099-2D14-4F0B-98D2-969D1935C96B}" type="pres">
      <dgm:prSet presAssocID="{85CCB2CB-9E68-4B2C-9F1E-50CA45F3F484}" presName="iconBgRect" presStyleLbl="bgShp" presStyleIdx="1" presStyleCnt="4"/>
      <dgm:spPr/>
    </dgm:pt>
    <dgm:pt modelId="{F7C6369C-F074-481D-877F-C3CA1C8B2601}" type="pres">
      <dgm:prSet presAssocID="{85CCB2CB-9E68-4B2C-9F1E-50CA45F3F48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90F176AB-80FF-420F-BF88-679C99DC0526}" type="pres">
      <dgm:prSet presAssocID="{85CCB2CB-9E68-4B2C-9F1E-50CA45F3F484}" presName="spaceRect" presStyleCnt="0"/>
      <dgm:spPr/>
    </dgm:pt>
    <dgm:pt modelId="{2E1E48B1-231B-40EC-9DEB-E9C62DB9B354}" type="pres">
      <dgm:prSet presAssocID="{85CCB2CB-9E68-4B2C-9F1E-50CA45F3F484}" presName="textRect" presStyleLbl="revTx" presStyleIdx="1" presStyleCnt="4">
        <dgm:presLayoutVars>
          <dgm:chMax val="1"/>
          <dgm:chPref val="1"/>
        </dgm:presLayoutVars>
      </dgm:prSet>
      <dgm:spPr/>
    </dgm:pt>
    <dgm:pt modelId="{40F320B4-3B2A-499E-8008-E3C845BE8529}" type="pres">
      <dgm:prSet presAssocID="{EC882073-29DC-49E2-8D0C-CE87001FF601}" presName="sibTrans" presStyleCnt="0"/>
      <dgm:spPr/>
    </dgm:pt>
    <dgm:pt modelId="{97C7AAAE-BF17-4136-8CB3-3B81D8C1FB63}" type="pres">
      <dgm:prSet presAssocID="{438D9AB5-4B71-4E86-91B8-CCD3C6E465FA}" presName="compNode" presStyleCnt="0"/>
      <dgm:spPr/>
    </dgm:pt>
    <dgm:pt modelId="{3B05B3D7-3CA4-4213-988D-5520E9FCAC06}" type="pres">
      <dgm:prSet presAssocID="{438D9AB5-4B71-4E86-91B8-CCD3C6E465FA}" presName="iconBgRect" presStyleLbl="bgShp" presStyleIdx="2" presStyleCnt="4"/>
      <dgm:spPr/>
    </dgm:pt>
    <dgm:pt modelId="{D20C6F1C-67EB-49A3-8A6A-77FE6F4E2581}" type="pres">
      <dgm:prSet presAssocID="{438D9AB5-4B71-4E86-91B8-CCD3C6E465F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nd Chime"/>
        </a:ext>
      </dgm:extLst>
    </dgm:pt>
    <dgm:pt modelId="{960854BB-8EB9-47EF-9355-8D47AD054958}" type="pres">
      <dgm:prSet presAssocID="{438D9AB5-4B71-4E86-91B8-CCD3C6E465FA}" presName="spaceRect" presStyleCnt="0"/>
      <dgm:spPr/>
    </dgm:pt>
    <dgm:pt modelId="{74A5C5D9-1529-4C00-8952-5702A3EBEB99}" type="pres">
      <dgm:prSet presAssocID="{438D9AB5-4B71-4E86-91B8-CCD3C6E465FA}" presName="textRect" presStyleLbl="revTx" presStyleIdx="2" presStyleCnt="4">
        <dgm:presLayoutVars>
          <dgm:chMax val="1"/>
          <dgm:chPref val="1"/>
        </dgm:presLayoutVars>
      </dgm:prSet>
      <dgm:spPr/>
    </dgm:pt>
    <dgm:pt modelId="{3131E9F9-356B-4609-AC65-F2A855C818FA}" type="pres">
      <dgm:prSet presAssocID="{3E2CAA1F-C879-4840-8802-68DBCC5220D2}" presName="sibTrans" presStyleCnt="0"/>
      <dgm:spPr/>
    </dgm:pt>
    <dgm:pt modelId="{D8743F52-E4D6-4D15-838C-369E27080496}" type="pres">
      <dgm:prSet presAssocID="{9248FD18-E683-4541-9EB2-A0B551436FFB}" presName="compNode" presStyleCnt="0"/>
      <dgm:spPr/>
    </dgm:pt>
    <dgm:pt modelId="{CB636E1E-A841-49EB-A5DF-AEA92F5B90A0}" type="pres">
      <dgm:prSet presAssocID="{9248FD18-E683-4541-9EB2-A0B551436FFB}" presName="iconBgRect" presStyleLbl="bgShp" presStyleIdx="3" presStyleCnt="4"/>
      <dgm:spPr/>
    </dgm:pt>
    <dgm:pt modelId="{59D6C5FB-B8FF-4B57-B22D-AEAC08728B7D}" type="pres">
      <dgm:prSet presAssocID="{9248FD18-E683-4541-9EB2-A0B551436FF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3EF90FF-C7D4-4034-8D59-1D749DDA41F9}" type="pres">
      <dgm:prSet presAssocID="{9248FD18-E683-4541-9EB2-A0B551436FFB}" presName="spaceRect" presStyleCnt="0"/>
      <dgm:spPr/>
    </dgm:pt>
    <dgm:pt modelId="{8E2D07B9-A1AB-4FA9-8A07-1D52AC3E3ADB}" type="pres">
      <dgm:prSet presAssocID="{9248FD18-E683-4541-9EB2-A0B551436FFB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6E91711-457D-4C3A-BAE0-58FEF02D3010}" type="presOf" srcId="{9248FD18-E683-4541-9EB2-A0B551436FFB}" destId="{8E2D07B9-A1AB-4FA9-8A07-1D52AC3E3ADB}" srcOrd="0" destOrd="0" presId="urn:microsoft.com/office/officeart/2018/5/layout/IconCircleLabelList"/>
    <dgm:cxn modelId="{30268320-F02B-4006-B150-097885F597AB}" srcId="{A9082322-65D9-4EF8-8969-CB4FCD55B155}" destId="{85CCB2CB-9E68-4B2C-9F1E-50CA45F3F484}" srcOrd="1" destOrd="0" parTransId="{89638BAF-E3B3-4EC2-AD89-CF04956EB1D9}" sibTransId="{EC882073-29DC-49E2-8D0C-CE87001FF601}"/>
    <dgm:cxn modelId="{D1061536-E86B-4197-AB33-83869653E5A4}" type="presOf" srcId="{85CCB2CB-9E68-4B2C-9F1E-50CA45F3F484}" destId="{2E1E48B1-231B-40EC-9DEB-E9C62DB9B354}" srcOrd="0" destOrd="0" presId="urn:microsoft.com/office/officeart/2018/5/layout/IconCircleLabelList"/>
    <dgm:cxn modelId="{B349604F-E5CF-4B20-9A83-A1E8837EECEE}" srcId="{A9082322-65D9-4EF8-8969-CB4FCD55B155}" destId="{438D9AB5-4B71-4E86-91B8-CCD3C6E465FA}" srcOrd="2" destOrd="0" parTransId="{0990FD5A-F3E8-49F8-AD75-18A09DFB88C9}" sibTransId="{3E2CAA1F-C879-4840-8802-68DBCC5220D2}"/>
    <dgm:cxn modelId="{23140E73-5C02-4E29-B677-CB0A65051E68}" srcId="{A9082322-65D9-4EF8-8969-CB4FCD55B155}" destId="{FA9820DA-81FE-4A14-B0EA-B65CD7161892}" srcOrd="0" destOrd="0" parTransId="{7D86F940-3817-4F21-B70B-CDF9B2814FB6}" sibTransId="{A13B1399-C402-4A65-805A-4077B73F704E}"/>
    <dgm:cxn modelId="{E52E2580-A2A2-41C6-9C23-44EBAFEADA93}" type="presOf" srcId="{A9082322-65D9-4EF8-8969-CB4FCD55B155}" destId="{5F6296FB-6623-49F0-A37B-32D5293F3A75}" srcOrd="0" destOrd="0" presId="urn:microsoft.com/office/officeart/2018/5/layout/IconCircleLabelList"/>
    <dgm:cxn modelId="{94C77C83-4E62-41E8-BBFF-3A926E5F2A54}" srcId="{A9082322-65D9-4EF8-8969-CB4FCD55B155}" destId="{9248FD18-E683-4541-9EB2-A0B551436FFB}" srcOrd="3" destOrd="0" parTransId="{925B2FF4-17B9-40B4-A5F2-C21ED5F20620}" sibTransId="{B62A2653-BEB5-458F-B551-D0A4AA3032AA}"/>
    <dgm:cxn modelId="{3928EBAB-04A1-4240-8E73-7CC5509250D4}" type="presOf" srcId="{438D9AB5-4B71-4E86-91B8-CCD3C6E465FA}" destId="{74A5C5D9-1529-4C00-8952-5702A3EBEB99}" srcOrd="0" destOrd="0" presId="urn:microsoft.com/office/officeart/2018/5/layout/IconCircleLabelList"/>
    <dgm:cxn modelId="{E3E2B8B4-605D-4B42-BDED-255AB0E3103D}" type="presOf" srcId="{FA9820DA-81FE-4A14-B0EA-B65CD7161892}" destId="{7ECCB9B7-3229-4D84-88AF-537C55717936}" srcOrd="0" destOrd="0" presId="urn:microsoft.com/office/officeart/2018/5/layout/IconCircleLabelList"/>
    <dgm:cxn modelId="{E9B6D60B-EE8A-4E87-8A00-D8E904FC0544}" type="presParOf" srcId="{5F6296FB-6623-49F0-A37B-32D5293F3A75}" destId="{85DA380E-3FD6-4279-8ECB-35FD817107C7}" srcOrd="0" destOrd="0" presId="urn:microsoft.com/office/officeart/2018/5/layout/IconCircleLabelList"/>
    <dgm:cxn modelId="{B0F87955-5377-4F1D-8921-88E53579D482}" type="presParOf" srcId="{85DA380E-3FD6-4279-8ECB-35FD817107C7}" destId="{E5D0A7DB-F870-4289-A176-74DC8634D49F}" srcOrd="0" destOrd="0" presId="urn:microsoft.com/office/officeart/2018/5/layout/IconCircleLabelList"/>
    <dgm:cxn modelId="{0CBE1D9D-C93C-40F8-B710-76BF1DE224D9}" type="presParOf" srcId="{85DA380E-3FD6-4279-8ECB-35FD817107C7}" destId="{926532A6-7EC2-48FB-9700-1C2608E2063C}" srcOrd="1" destOrd="0" presId="urn:microsoft.com/office/officeart/2018/5/layout/IconCircleLabelList"/>
    <dgm:cxn modelId="{AB1A43E9-7456-48D3-88B2-52C2ADBF9E09}" type="presParOf" srcId="{85DA380E-3FD6-4279-8ECB-35FD817107C7}" destId="{51E7910C-A987-431D-A3B3-AFE18209A9A2}" srcOrd="2" destOrd="0" presId="urn:microsoft.com/office/officeart/2018/5/layout/IconCircleLabelList"/>
    <dgm:cxn modelId="{6080838C-CA5D-4505-A6F2-92051A3DEB22}" type="presParOf" srcId="{85DA380E-3FD6-4279-8ECB-35FD817107C7}" destId="{7ECCB9B7-3229-4D84-88AF-537C55717936}" srcOrd="3" destOrd="0" presId="urn:microsoft.com/office/officeart/2018/5/layout/IconCircleLabelList"/>
    <dgm:cxn modelId="{D5262C0E-799D-47C5-8514-639D9EA5D21D}" type="presParOf" srcId="{5F6296FB-6623-49F0-A37B-32D5293F3A75}" destId="{31C29FDC-4EAC-421C-85D7-75F0109DA069}" srcOrd="1" destOrd="0" presId="urn:microsoft.com/office/officeart/2018/5/layout/IconCircleLabelList"/>
    <dgm:cxn modelId="{C1FD4445-8252-449D-A9A3-29D325ED309C}" type="presParOf" srcId="{5F6296FB-6623-49F0-A37B-32D5293F3A75}" destId="{BB66529C-2270-4196-BFCB-71AF1BBE96EB}" srcOrd="2" destOrd="0" presId="urn:microsoft.com/office/officeart/2018/5/layout/IconCircleLabelList"/>
    <dgm:cxn modelId="{930D56C5-D09E-4419-BE3B-6FA1D45629A4}" type="presParOf" srcId="{BB66529C-2270-4196-BFCB-71AF1BBE96EB}" destId="{3EC02099-2D14-4F0B-98D2-969D1935C96B}" srcOrd="0" destOrd="0" presId="urn:microsoft.com/office/officeart/2018/5/layout/IconCircleLabelList"/>
    <dgm:cxn modelId="{DB603AA3-2F43-4AD4-AAA1-B7BED4D41E3F}" type="presParOf" srcId="{BB66529C-2270-4196-BFCB-71AF1BBE96EB}" destId="{F7C6369C-F074-481D-877F-C3CA1C8B2601}" srcOrd="1" destOrd="0" presId="urn:microsoft.com/office/officeart/2018/5/layout/IconCircleLabelList"/>
    <dgm:cxn modelId="{2A54E254-47AA-4B6C-BD71-C810A1EA7384}" type="presParOf" srcId="{BB66529C-2270-4196-BFCB-71AF1BBE96EB}" destId="{90F176AB-80FF-420F-BF88-679C99DC0526}" srcOrd="2" destOrd="0" presId="urn:microsoft.com/office/officeart/2018/5/layout/IconCircleLabelList"/>
    <dgm:cxn modelId="{B6049173-0FE6-4A67-B887-897661D37E09}" type="presParOf" srcId="{BB66529C-2270-4196-BFCB-71AF1BBE96EB}" destId="{2E1E48B1-231B-40EC-9DEB-E9C62DB9B354}" srcOrd="3" destOrd="0" presId="urn:microsoft.com/office/officeart/2018/5/layout/IconCircleLabelList"/>
    <dgm:cxn modelId="{6EC21CE0-4253-4782-9808-F096FBDBBCBF}" type="presParOf" srcId="{5F6296FB-6623-49F0-A37B-32D5293F3A75}" destId="{40F320B4-3B2A-499E-8008-E3C845BE8529}" srcOrd="3" destOrd="0" presId="urn:microsoft.com/office/officeart/2018/5/layout/IconCircleLabelList"/>
    <dgm:cxn modelId="{D37BD34A-2391-4770-8C05-D0F72AB53A39}" type="presParOf" srcId="{5F6296FB-6623-49F0-A37B-32D5293F3A75}" destId="{97C7AAAE-BF17-4136-8CB3-3B81D8C1FB63}" srcOrd="4" destOrd="0" presId="urn:microsoft.com/office/officeart/2018/5/layout/IconCircleLabelList"/>
    <dgm:cxn modelId="{EE886E27-1CB2-4FF1-8543-9787040DEDED}" type="presParOf" srcId="{97C7AAAE-BF17-4136-8CB3-3B81D8C1FB63}" destId="{3B05B3D7-3CA4-4213-988D-5520E9FCAC06}" srcOrd="0" destOrd="0" presId="urn:microsoft.com/office/officeart/2018/5/layout/IconCircleLabelList"/>
    <dgm:cxn modelId="{60F77FEB-3AD3-49C2-8311-2A474D0D6DFC}" type="presParOf" srcId="{97C7AAAE-BF17-4136-8CB3-3B81D8C1FB63}" destId="{D20C6F1C-67EB-49A3-8A6A-77FE6F4E2581}" srcOrd="1" destOrd="0" presId="urn:microsoft.com/office/officeart/2018/5/layout/IconCircleLabelList"/>
    <dgm:cxn modelId="{C1FBC55B-A424-433A-806F-985D36FA72A7}" type="presParOf" srcId="{97C7AAAE-BF17-4136-8CB3-3B81D8C1FB63}" destId="{960854BB-8EB9-47EF-9355-8D47AD054958}" srcOrd="2" destOrd="0" presId="urn:microsoft.com/office/officeart/2018/5/layout/IconCircleLabelList"/>
    <dgm:cxn modelId="{003C712C-CA2F-4D75-9DB7-855B273EEFF0}" type="presParOf" srcId="{97C7AAAE-BF17-4136-8CB3-3B81D8C1FB63}" destId="{74A5C5D9-1529-4C00-8952-5702A3EBEB99}" srcOrd="3" destOrd="0" presId="urn:microsoft.com/office/officeart/2018/5/layout/IconCircleLabelList"/>
    <dgm:cxn modelId="{D0B8E083-B7F7-4651-A066-A854E585B00C}" type="presParOf" srcId="{5F6296FB-6623-49F0-A37B-32D5293F3A75}" destId="{3131E9F9-356B-4609-AC65-F2A855C818FA}" srcOrd="5" destOrd="0" presId="urn:microsoft.com/office/officeart/2018/5/layout/IconCircleLabelList"/>
    <dgm:cxn modelId="{B7BEC187-DB4F-4B76-950C-4AF72A9D1947}" type="presParOf" srcId="{5F6296FB-6623-49F0-A37B-32D5293F3A75}" destId="{D8743F52-E4D6-4D15-838C-369E27080496}" srcOrd="6" destOrd="0" presId="urn:microsoft.com/office/officeart/2018/5/layout/IconCircleLabelList"/>
    <dgm:cxn modelId="{C2309D6D-5D0A-4B67-8980-826213932939}" type="presParOf" srcId="{D8743F52-E4D6-4D15-838C-369E27080496}" destId="{CB636E1E-A841-49EB-A5DF-AEA92F5B90A0}" srcOrd="0" destOrd="0" presId="urn:microsoft.com/office/officeart/2018/5/layout/IconCircleLabelList"/>
    <dgm:cxn modelId="{47EEBE5D-C4A4-4269-A448-D826101F8933}" type="presParOf" srcId="{D8743F52-E4D6-4D15-838C-369E27080496}" destId="{59D6C5FB-B8FF-4B57-B22D-AEAC08728B7D}" srcOrd="1" destOrd="0" presId="urn:microsoft.com/office/officeart/2018/5/layout/IconCircleLabelList"/>
    <dgm:cxn modelId="{97D8B400-AD01-4CE0-A1C0-13B78623169B}" type="presParOf" srcId="{D8743F52-E4D6-4D15-838C-369E27080496}" destId="{03EF90FF-C7D4-4034-8D59-1D749DDA41F9}" srcOrd="2" destOrd="0" presId="urn:microsoft.com/office/officeart/2018/5/layout/IconCircleLabelList"/>
    <dgm:cxn modelId="{9FDD0838-7A43-4BDD-8BD8-79526EECBD9E}" type="presParOf" srcId="{D8743F52-E4D6-4D15-838C-369E27080496}" destId="{8E2D07B9-A1AB-4FA9-8A07-1D52AC3E3AD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957AB3-E527-4C0A-B9C8-93584586098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F8E012C-44D6-4F05-B09D-FB559D38F5E0}">
      <dgm:prSet/>
      <dgm:spPr/>
      <dgm:t>
        <a:bodyPr/>
        <a:lstStyle/>
        <a:p>
          <a:pPr>
            <a:defRPr cap="all"/>
          </a:pPr>
          <a:r>
            <a:rPr lang="en-US" dirty="0"/>
            <a:t>Aspirations</a:t>
          </a:r>
        </a:p>
      </dgm:t>
    </dgm:pt>
    <dgm:pt modelId="{A5104B75-F6E2-46E7-B54C-1B43E31F84BF}" type="parTrans" cxnId="{8CA73CC5-7BFD-4EDE-9E5D-DE32FFF43108}">
      <dgm:prSet/>
      <dgm:spPr/>
      <dgm:t>
        <a:bodyPr/>
        <a:lstStyle/>
        <a:p>
          <a:endParaRPr lang="en-US"/>
        </a:p>
      </dgm:t>
    </dgm:pt>
    <dgm:pt modelId="{3DE9DCA1-EAC5-40C6-B0DF-ED57504F7BED}" type="sibTrans" cxnId="{8CA73CC5-7BFD-4EDE-9E5D-DE32FFF43108}">
      <dgm:prSet/>
      <dgm:spPr/>
      <dgm:t>
        <a:bodyPr/>
        <a:lstStyle/>
        <a:p>
          <a:endParaRPr lang="en-US"/>
        </a:p>
      </dgm:t>
    </dgm:pt>
    <dgm:pt modelId="{95E94D96-3B98-4D7E-9ACF-944C5F3A9AF1}">
      <dgm:prSet/>
      <dgm:spPr/>
      <dgm:t>
        <a:bodyPr/>
        <a:lstStyle/>
        <a:p>
          <a:pPr>
            <a:defRPr cap="all"/>
          </a:pPr>
          <a:r>
            <a:rPr lang="en-US" dirty="0"/>
            <a:t>New Initiatives</a:t>
          </a:r>
        </a:p>
      </dgm:t>
    </dgm:pt>
    <dgm:pt modelId="{82A8CF87-DF7C-45EF-9E17-C0F1343FE4A4}" type="parTrans" cxnId="{17EDC935-B24C-4444-AE70-343CABF6DFCD}">
      <dgm:prSet/>
      <dgm:spPr/>
      <dgm:t>
        <a:bodyPr/>
        <a:lstStyle/>
        <a:p>
          <a:endParaRPr lang="en-US"/>
        </a:p>
      </dgm:t>
    </dgm:pt>
    <dgm:pt modelId="{7265437F-B2E3-4FAB-AB37-2BE9A4541F53}" type="sibTrans" cxnId="{17EDC935-B24C-4444-AE70-343CABF6DFCD}">
      <dgm:prSet/>
      <dgm:spPr/>
      <dgm:t>
        <a:bodyPr/>
        <a:lstStyle/>
        <a:p>
          <a:endParaRPr lang="en-US"/>
        </a:p>
      </dgm:t>
    </dgm:pt>
    <dgm:pt modelId="{D0F45E65-F60A-43BB-9B92-6A29DF093BD9}">
      <dgm:prSet/>
      <dgm:spPr/>
      <dgm:t>
        <a:bodyPr/>
        <a:lstStyle/>
        <a:p>
          <a:pPr>
            <a:defRPr cap="all"/>
          </a:pPr>
          <a:r>
            <a:rPr lang="en-US" dirty="0"/>
            <a:t>Key Metrics</a:t>
          </a:r>
        </a:p>
      </dgm:t>
    </dgm:pt>
    <dgm:pt modelId="{2C8984B1-7506-4D58-8841-3AB6DA29EFF3}" type="parTrans" cxnId="{CE7C5130-D562-485F-8BA5-1FDD289016D7}">
      <dgm:prSet/>
      <dgm:spPr/>
      <dgm:t>
        <a:bodyPr/>
        <a:lstStyle/>
        <a:p>
          <a:endParaRPr lang="en-US"/>
        </a:p>
      </dgm:t>
    </dgm:pt>
    <dgm:pt modelId="{43038A27-424D-4614-ADD4-56AC3D60F2CE}" type="sibTrans" cxnId="{CE7C5130-D562-485F-8BA5-1FDD289016D7}">
      <dgm:prSet/>
      <dgm:spPr/>
      <dgm:t>
        <a:bodyPr/>
        <a:lstStyle/>
        <a:p>
          <a:endParaRPr lang="en-US"/>
        </a:p>
      </dgm:t>
    </dgm:pt>
    <dgm:pt modelId="{8EBFE719-C91A-436F-804C-4F5D6A2793F2}" type="pres">
      <dgm:prSet presAssocID="{05957AB3-E527-4C0A-B9C8-935845860986}" presName="root" presStyleCnt="0">
        <dgm:presLayoutVars>
          <dgm:dir/>
          <dgm:resizeHandles val="exact"/>
        </dgm:presLayoutVars>
      </dgm:prSet>
      <dgm:spPr/>
    </dgm:pt>
    <dgm:pt modelId="{2882F5EA-F271-41FA-B21F-FE3076482808}" type="pres">
      <dgm:prSet presAssocID="{4F8E012C-44D6-4F05-B09D-FB559D38F5E0}" presName="compNode" presStyleCnt="0"/>
      <dgm:spPr/>
    </dgm:pt>
    <dgm:pt modelId="{03FCCF9F-496F-4A91-9928-06906EDB772C}" type="pres">
      <dgm:prSet presAssocID="{4F8E012C-44D6-4F05-B09D-FB559D38F5E0}" presName="iconBgRect" presStyleLbl="bgShp" presStyleIdx="0" presStyleCnt="3"/>
      <dgm:spPr/>
    </dgm:pt>
    <dgm:pt modelId="{AE2ED098-F5FE-4A1B-9E20-DFC0D0A65C32}" type="pres">
      <dgm:prSet presAssocID="{4F8E012C-44D6-4F05-B09D-FB559D38F5E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rtOutline"/>
        </a:ext>
      </dgm:extLst>
    </dgm:pt>
    <dgm:pt modelId="{1C96A689-6487-4DE8-9CD8-35F1624545B3}" type="pres">
      <dgm:prSet presAssocID="{4F8E012C-44D6-4F05-B09D-FB559D38F5E0}" presName="spaceRect" presStyleCnt="0"/>
      <dgm:spPr/>
    </dgm:pt>
    <dgm:pt modelId="{FFFA9F55-1AF0-42BC-8EA6-1B678D5F2076}" type="pres">
      <dgm:prSet presAssocID="{4F8E012C-44D6-4F05-B09D-FB559D38F5E0}" presName="textRect" presStyleLbl="revTx" presStyleIdx="0" presStyleCnt="3">
        <dgm:presLayoutVars>
          <dgm:chMax val="1"/>
          <dgm:chPref val="1"/>
        </dgm:presLayoutVars>
      </dgm:prSet>
      <dgm:spPr/>
    </dgm:pt>
    <dgm:pt modelId="{10E06326-DA92-4E1E-9DC4-4698BE1B02F3}" type="pres">
      <dgm:prSet presAssocID="{3DE9DCA1-EAC5-40C6-B0DF-ED57504F7BED}" presName="sibTrans" presStyleCnt="0"/>
      <dgm:spPr/>
    </dgm:pt>
    <dgm:pt modelId="{2285134B-2C5F-438A-AFC0-980D213456EC}" type="pres">
      <dgm:prSet presAssocID="{95E94D96-3B98-4D7E-9ACF-944C5F3A9AF1}" presName="compNode" presStyleCnt="0"/>
      <dgm:spPr/>
    </dgm:pt>
    <dgm:pt modelId="{C99B2ADA-595B-48AD-A247-3E9820063DCC}" type="pres">
      <dgm:prSet presAssocID="{95E94D96-3B98-4D7E-9ACF-944C5F3A9AF1}" presName="iconBgRect" presStyleLbl="bgShp" presStyleIdx="1" presStyleCnt="3"/>
      <dgm:spPr/>
    </dgm:pt>
    <dgm:pt modelId="{65494E7B-96C1-48B4-B650-9233C05BA3F4}" type="pres">
      <dgm:prSet presAssocID="{95E94D96-3B98-4D7E-9ACF-944C5F3A9AF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g"/>
        </a:ext>
      </dgm:extLst>
    </dgm:pt>
    <dgm:pt modelId="{8EF5CA39-9719-4252-A4EA-816F75FD33E4}" type="pres">
      <dgm:prSet presAssocID="{95E94D96-3B98-4D7E-9ACF-944C5F3A9AF1}" presName="spaceRect" presStyleCnt="0"/>
      <dgm:spPr/>
    </dgm:pt>
    <dgm:pt modelId="{C0B977E9-2E4A-4334-9684-AF022B9B409C}" type="pres">
      <dgm:prSet presAssocID="{95E94D96-3B98-4D7E-9ACF-944C5F3A9AF1}" presName="textRect" presStyleLbl="revTx" presStyleIdx="1" presStyleCnt="3">
        <dgm:presLayoutVars>
          <dgm:chMax val="1"/>
          <dgm:chPref val="1"/>
        </dgm:presLayoutVars>
      </dgm:prSet>
      <dgm:spPr/>
    </dgm:pt>
    <dgm:pt modelId="{16EB600F-BC01-41AF-A93A-03A30ECC96B5}" type="pres">
      <dgm:prSet presAssocID="{7265437F-B2E3-4FAB-AB37-2BE9A4541F53}" presName="sibTrans" presStyleCnt="0"/>
      <dgm:spPr/>
    </dgm:pt>
    <dgm:pt modelId="{618DEA4F-65CC-4803-AFBC-381A67C6F15B}" type="pres">
      <dgm:prSet presAssocID="{D0F45E65-F60A-43BB-9B92-6A29DF093BD9}" presName="compNode" presStyleCnt="0"/>
      <dgm:spPr/>
    </dgm:pt>
    <dgm:pt modelId="{62D8ACCD-9BFE-4669-9256-5B431AFDB26B}" type="pres">
      <dgm:prSet presAssocID="{D0F45E65-F60A-43BB-9B92-6A29DF093BD9}" presName="iconBgRect" presStyleLbl="bgShp" presStyleIdx="2" presStyleCnt="3"/>
      <dgm:spPr/>
    </dgm:pt>
    <dgm:pt modelId="{53A3AA3A-B895-49D9-93A1-ABD47A7C1F5E}" type="pres">
      <dgm:prSet presAssocID="{D0F45E65-F60A-43BB-9B92-6A29DF093BD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munications"/>
        </a:ext>
      </dgm:extLst>
    </dgm:pt>
    <dgm:pt modelId="{E9783DEF-4572-4E8F-8561-0705EEED6EF6}" type="pres">
      <dgm:prSet presAssocID="{D0F45E65-F60A-43BB-9B92-6A29DF093BD9}" presName="spaceRect" presStyleCnt="0"/>
      <dgm:spPr/>
    </dgm:pt>
    <dgm:pt modelId="{A838AFCF-2D05-4D03-B9A1-295B281E4775}" type="pres">
      <dgm:prSet presAssocID="{D0F45E65-F60A-43BB-9B92-6A29DF093BD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E7C5130-D562-485F-8BA5-1FDD289016D7}" srcId="{05957AB3-E527-4C0A-B9C8-935845860986}" destId="{D0F45E65-F60A-43BB-9B92-6A29DF093BD9}" srcOrd="2" destOrd="0" parTransId="{2C8984B1-7506-4D58-8841-3AB6DA29EFF3}" sibTransId="{43038A27-424D-4614-ADD4-56AC3D60F2CE}"/>
    <dgm:cxn modelId="{17EDC935-B24C-4444-AE70-343CABF6DFCD}" srcId="{05957AB3-E527-4C0A-B9C8-935845860986}" destId="{95E94D96-3B98-4D7E-9ACF-944C5F3A9AF1}" srcOrd="1" destOrd="0" parTransId="{82A8CF87-DF7C-45EF-9E17-C0F1343FE4A4}" sibTransId="{7265437F-B2E3-4FAB-AB37-2BE9A4541F53}"/>
    <dgm:cxn modelId="{00B97850-BFA0-4267-80A3-B66E4D811FAD}" type="presOf" srcId="{D0F45E65-F60A-43BB-9B92-6A29DF093BD9}" destId="{A838AFCF-2D05-4D03-B9A1-295B281E4775}" srcOrd="0" destOrd="0" presId="urn:microsoft.com/office/officeart/2018/5/layout/IconCircleLabelList"/>
    <dgm:cxn modelId="{C4761853-D494-4333-9965-69412B3CECB6}" type="presOf" srcId="{95E94D96-3B98-4D7E-9ACF-944C5F3A9AF1}" destId="{C0B977E9-2E4A-4334-9684-AF022B9B409C}" srcOrd="0" destOrd="0" presId="urn:microsoft.com/office/officeart/2018/5/layout/IconCircleLabelList"/>
    <dgm:cxn modelId="{7017BB87-1D78-4F5D-BD53-D793842A4EA4}" type="presOf" srcId="{4F8E012C-44D6-4F05-B09D-FB559D38F5E0}" destId="{FFFA9F55-1AF0-42BC-8EA6-1B678D5F2076}" srcOrd="0" destOrd="0" presId="urn:microsoft.com/office/officeart/2018/5/layout/IconCircleLabelList"/>
    <dgm:cxn modelId="{8CA73CC5-7BFD-4EDE-9E5D-DE32FFF43108}" srcId="{05957AB3-E527-4C0A-B9C8-935845860986}" destId="{4F8E012C-44D6-4F05-B09D-FB559D38F5E0}" srcOrd="0" destOrd="0" parTransId="{A5104B75-F6E2-46E7-B54C-1B43E31F84BF}" sibTransId="{3DE9DCA1-EAC5-40C6-B0DF-ED57504F7BED}"/>
    <dgm:cxn modelId="{C32D84CE-9537-434B-9C17-828CFF48CCC4}" type="presOf" srcId="{05957AB3-E527-4C0A-B9C8-935845860986}" destId="{8EBFE719-C91A-436F-804C-4F5D6A2793F2}" srcOrd="0" destOrd="0" presId="urn:microsoft.com/office/officeart/2018/5/layout/IconCircleLabelList"/>
    <dgm:cxn modelId="{28D8A466-DC96-40ED-A8EF-111B85A4DF35}" type="presParOf" srcId="{8EBFE719-C91A-436F-804C-4F5D6A2793F2}" destId="{2882F5EA-F271-41FA-B21F-FE3076482808}" srcOrd="0" destOrd="0" presId="urn:microsoft.com/office/officeart/2018/5/layout/IconCircleLabelList"/>
    <dgm:cxn modelId="{A3F30082-49B5-4A83-8060-46CAC8C9B0C7}" type="presParOf" srcId="{2882F5EA-F271-41FA-B21F-FE3076482808}" destId="{03FCCF9F-496F-4A91-9928-06906EDB772C}" srcOrd="0" destOrd="0" presId="urn:microsoft.com/office/officeart/2018/5/layout/IconCircleLabelList"/>
    <dgm:cxn modelId="{4F75B1CC-BC0B-48EA-9D79-2105D71DD134}" type="presParOf" srcId="{2882F5EA-F271-41FA-B21F-FE3076482808}" destId="{AE2ED098-F5FE-4A1B-9E20-DFC0D0A65C32}" srcOrd="1" destOrd="0" presId="urn:microsoft.com/office/officeart/2018/5/layout/IconCircleLabelList"/>
    <dgm:cxn modelId="{3CDD4CB6-2CB7-496D-981E-64D5336A4E9C}" type="presParOf" srcId="{2882F5EA-F271-41FA-B21F-FE3076482808}" destId="{1C96A689-6487-4DE8-9CD8-35F1624545B3}" srcOrd="2" destOrd="0" presId="urn:microsoft.com/office/officeart/2018/5/layout/IconCircleLabelList"/>
    <dgm:cxn modelId="{F8524F33-60DC-4265-937F-262E130A7AEB}" type="presParOf" srcId="{2882F5EA-F271-41FA-B21F-FE3076482808}" destId="{FFFA9F55-1AF0-42BC-8EA6-1B678D5F2076}" srcOrd="3" destOrd="0" presId="urn:microsoft.com/office/officeart/2018/5/layout/IconCircleLabelList"/>
    <dgm:cxn modelId="{7D916CC9-EA37-4F84-9AF6-017777DCD2AE}" type="presParOf" srcId="{8EBFE719-C91A-436F-804C-4F5D6A2793F2}" destId="{10E06326-DA92-4E1E-9DC4-4698BE1B02F3}" srcOrd="1" destOrd="0" presId="urn:microsoft.com/office/officeart/2018/5/layout/IconCircleLabelList"/>
    <dgm:cxn modelId="{5AA350F5-0620-42A4-B5EE-38986FA8791F}" type="presParOf" srcId="{8EBFE719-C91A-436F-804C-4F5D6A2793F2}" destId="{2285134B-2C5F-438A-AFC0-980D213456EC}" srcOrd="2" destOrd="0" presId="urn:microsoft.com/office/officeart/2018/5/layout/IconCircleLabelList"/>
    <dgm:cxn modelId="{B9C9E23D-AE6A-4036-982A-7A5567753789}" type="presParOf" srcId="{2285134B-2C5F-438A-AFC0-980D213456EC}" destId="{C99B2ADA-595B-48AD-A247-3E9820063DCC}" srcOrd="0" destOrd="0" presId="urn:microsoft.com/office/officeart/2018/5/layout/IconCircleLabelList"/>
    <dgm:cxn modelId="{7DFC409C-2D46-485E-91CF-36AA2929CBC9}" type="presParOf" srcId="{2285134B-2C5F-438A-AFC0-980D213456EC}" destId="{65494E7B-96C1-48B4-B650-9233C05BA3F4}" srcOrd="1" destOrd="0" presId="urn:microsoft.com/office/officeart/2018/5/layout/IconCircleLabelList"/>
    <dgm:cxn modelId="{68465B83-EB66-457D-A418-51D04F5BA6B4}" type="presParOf" srcId="{2285134B-2C5F-438A-AFC0-980D213456EC}" destId="{8EF5CA39-9719-4252-A4EA-816F75FD33E4}" srcOrd="2" destOrd="0" presId="urn:microsoft.com/office/officeart/2018/5/layout/IconCircleLabelList"/>
    <dgm:cxn modelId="{EF1996FE-C974-4C4F-AE13-A326AF5A0722}" type="presParOf" srcId="{2285134B-2C5F-438A-AFC0-980D213456EC}" destId="{C0B977E9-2E4A-4334-9684-AF022B9B409C}" srcOrd="3" destOrd="0" presId="urn:microsoft.com/office/officeart/2018/5/layout/IconCircleLabelList"/>
    <dgm:cxn modelId="{5B8E9537-A252-420E-B021-878EF6FCFE7F}" type="presParOf" srcId="{8EBFE719-C91A-436F-804C-4F5D6A2793F2}" destId="{16EB600F-BC01-41AF-A93A-03A30ECC96B5}" srcOrd="3" destOrd="0" presId="urn:microsoft.com/office/officeart/2018/5/layout/IconCircleLabelList"/>
    <dgm:cxn modelId="{AAB6C982-C458-409D-A6B3-9D982F33FA45}" type="presParOf" srcId="{8EBFE719-C91A-436F-804C-4F5D6A2793F2}" destId="{618DEA4F-65CC-4803-AFBC-381A67C6F15B}" srcOrd="4" destOrd="0" presId="urn:microsoft.com/office/officeart/2018/5/layout/IconCircleLabelList"/>
    <dgm:cxn modelId="{50B930B6-A8B4-4133-818A-6FD309931502}" type="presParOf" srcId="{618DEA4F-65CC-4803-AFBC-381A67C6F15B}" destId="{62D8ACCD-9BFE-4669-9256-5B431AFDB26B}" srcOrd="0" destOrd="0" presId="urn:microsoft.com/office/officeart/2018/5/layout/IconCircleLabelList"/>
    <dgm:cxn modelId="{9731F2F0-9B3C-47C6-B3AD-B2D2CB7BF105}" type="presParOf" srcId="{618DEA4F-65CC-4803-AFBC-381A67C6F15B}" destId="{53A3AA3A-B895-49D9-93A1-ABD47A7C1F5E}" srcOrd="1" destOrd="0" presId="urn:microsoft.com/office/officeart/2018/5/layout/IconCircleLabelList"/>
    <dgm:cxn modelId="{1056EB01-9394-4F59-9D90-2442FC3C4C57}" type="presParOf" srcId="{618DEA4F-65CC-4803-AFBC-381A67C6F15B}" destId="{E9783DEF-4572-4E8F-8561-0705EEED6EF6}" srcOrd="2" destOrd="0" presId="urn:microsoft.com/office/officeart/2018/5/layout/IconCircleLabelList"/>
    <dgm:cxn modelId="{0EECCA5D-FC40-4B53-ABB1-1B2CCA1F36AA}" type="presParOf" srcId="{618DEA4F-65CC-4803-AFBC-381A67C6F15B}" destId="{A838AFCF-2D05-4D03-B9A1-295B281E477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02EF-0412-40C3-9D3D-280C2CE2E80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60953C8-342A-4985-9AF7-5B9B91E1DE0A}">
      <dgm:prSet/>
      <dgm:spPr/>
      <dgm:t>
        <a:bodyPr/>
        <a:lstStyle/>
        <a:p>
          <a:pPr>
            <a:defRPr cap="all"/>
          </a:pPr>
          <a:r>
            <a:rPr lang="en-US" dirty="0"/>
            <a:t>Executive Team</a:t>
          </a:r>
        </a:p>
      </dgm:t>
    </dgm:pt>
    <dgm:pt modelId="{52FACAE2-C6EB-4D23-B104-50BC724974FB}" type="parTrans" cxnId="{4695EA0E-D0B0-4BBF-852A-1DE2B1D6BA8D}">
      <dgm:prSet/>
      <dgm:spPr/>
      <dgm:t>
        <a:bodyPr/>
        <a:lstStyle/>
        <a:p>
          <a:endParaRPr lang="en-US"/>
        </a:p>
      </dgm:t>
    </dgm:pt>
    <dgm:pt modelId="{FCC113C1-B5E3-4B29-8035-77FD7A46F9DC}" type="sibTrans" cxnId="{4695EA0E-D0B0-4BBF-852A-1DE2B1D6BA8D}">
      <dgm:prSet/>
      <dgm:spPr/>
      <dgm:t>
        <a:bodyPr/>
        <a:lstStyle/>
        <a:p>
          <a:endParaRPr lang="en-US"/>
        </a:p>
      </dgm:t>
    </dgm:pt>
    <dgm:pt modelId="{35D39187-E3B5-4796-95CE-E20FD33F9088}">
      <dgm:prSet/>
      <dgm:spPr/>
      <dgm:t>
        <a:bodyPr/>
        <a:lstStyle/>
        <a:p>
          <a:pPr>
            <a:defRPr cap="all"/>
          </a:pPr>
          <a:r>
            <a:rPr lang="en-US" dirty="0"/>
            <a:t>New Employees</a:t>
          </a:r>
        </a:p>
      </dgm:t>
    </dgm:pt>
    <dgm:pt modelId="{9EE62BB1-71AE-49E3-B474-50C210274425}" type="parTrans" cxnId="{4E2CF89F-B657-432A-8E7F-5117B8BBAAC7}">
      <dgm:prSet/>
      <dgm:spPr/>
      <dgm:t>
        <a:bodyPr/>
        <a:lstStyle/>
        <a:p>
          <a:endParaRPr lang="en-US"/>
        </a:p>
      </dgm:t>
    </dgm:pt>
    <dgm:pt modelId="{BE3235C6-BBFF-4118-846E-4FEBDE079D0A}" type="sibTrans" cxnId="{4E2CF89F-B657-432A-8E7F-5117B8BBAAC7}">
      <dgm:prSet/>
      <dgm:spPr/>
      <dgm:t>
        <a:bodyPr/>
        <a:lstStyle/>
        <a:p>
          <a:endParaRPr lang="en-US"/>
        </a:p>
      </dgm:t>
    </dgm:pt>
    <dgm:pt modelId="{C68FC3CE-0C3B-4BCF-BC7D-840964940C53}">
      <dgm:prSet/>
      <dgm:spPr/>
      <dgm:t>
        <a:bodyPr/>
        <a:lstStyle/>
        <a:p>
          <a:pPr>
            <a:defRPr cap="all"/>
          </a:pPr>
          <a:r>
            <a:rPr lang="en-US" dirty="0"/>
            <a:t>Anniversaries</a:t>
          </a:r>
        </a:p>
      </dgm:t>
    </dgm:pt>
    <dgm:pt modelId="{0FE9301B-CD4B-42F4-A2A0-ABCDEDBB232D}" type="parTrans" cxnId="{B6054DF8-E693-4B89-90BA-632B5AAD0747}">
      <dgm:prSet/>
      <dgm:spPr/>
      <dgm:t>
        <a:bodyPr/>
        <a:lstStyle/>
        <a:p>
          <a:endParaRPr lang="en-US"/>
        </a:p>
      </dgm:t>
    </dgm:pt>
    <dgm:pt modelId="{7E0B8761-3DA7-4578-B5ED-12FC2D4B8BBA}" type="sibTrans" cxnId="{B6054DF8-E693-4B89-90BA-632B5AAD0747}">
      <dgm:prSet/>
      <dgm:spPr/>
      <dgm:t>
        <a:bodyPr/>
        <a:lstStyle/>
        <a:p>
          <a:endParaRPr lang="en-US"/>
        </a:p>
      </dgm:t>
    </dgm:pt>
    <dgm:pt modelId="{8B45BC14-7A22-41FC-826F-56C11C7FF868}" type="pres">
      <dgm:prSet presAssocID="{97F302EF-0412-40C3-9D3D-280C2CE2E80D}" presName="root" presStyleCnt="0">
        <dgm:presLayoutVars>
          <dgm:dir/>
          <dgm:resizeHandles val="exact"/>
        </dgm:presLayoutVars>
      </dgm:prSet>
      <dgm:spPr/>
    </dgm:pt>
    <dgm:pt modelId="{B137A5E7-7E67-4CEC-A53B-7514D1EFCA9D}" type="pres">
      <dgm:prSet presAssocID="{960953C8-342A-4985-9AF7-5B9B91E1DE0A}" presName="compNode" presStyleCnt="0"/>
      <dgm:spPr/>
    </dgm:pt>
    <dgm:pt modelId="{08346DB4-E28D-4475-9627-3198174DAAAE}" type="pres">
      <dgm:prSet presAssocID="{960953C8-342A-4985-9AF7-5B9B91E1DE0A}" presName="iconBgRect" presStyleLbl="bgShp" presStyleIdx="0" presStyleCnt="3"/>
      <dgm:spPr/>
    </dgm:pt>
    <dgm:pt modelId="{009C0011-AB42-453D-AA2A-40AC5C1114B5}" type="pres">
      <dgm:prSet presAssocID="{960953C8-342A-4985-9AF7-5B9B91E1DE0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E1ECE7E6-A4FE-418B-B790-89E979EC0D88}" type="pres">
      <dgm:prSet presAssocID="{960953C8-342A-4985-9AF7-5B9B91E1DE0A}" presName="spaceRect" presStyleCnt="0"/>
      <dgm:spPr/>
    </dgm:pt>
    <dgm:pt modelId="{320F79D9-25C2-4EBC-B332-D360FAD7E676}" type="pres">
      <dgm:prSet presAssocID="{960953C8-342A-4985-9AF7-5B9B91E1DE0A}" presName="textRect" presStyleLbl="revTx" presStyleIdx="0" presStyleCnt="3">
        <dgm:presLayoutVars>
          <dgm:chMax val="1"/>
          <dgm:chPref val="1"/>
        </dgm:presLayoutVars>
      </dgm:prSet>
      <dgm:spPr/>
    </dgm:pt>
    <dgm:pt modelId="{9495219E-3030-4AFE-98D5-2F6607EB1C04}" type="pres">
      <dgm:prSet presAssocID="{FCC113C1-B5E3-4B29-8035-77FD7A46F9DC}" presName="sibTrans" presStyleCnt="0"/>
      <dgm:spPr/>
    </dgm:pt>
    <dgm:pt modelId="{961F3570-BA38-4CA9-BCFA-F2FE67959C29}" type="pres">
      <dgm:prSet presAssocID="{35D39187-E3B5-4796-95CE-E20FD33F9088}" presName="compNode" presStyleCnt="0"/>
      <dgm:spPr/>
    </dgm:pt>
    <dgm:pt modelId="{332CC82E-2732-4332-B222-5AA11519F4B1}" type="pres">
      <dgm:prSet presAssocID="{35D39187-E3B5-4796-95CE-E20FD33F9088}" presName="iconBgRect" presStyleLbl="bgShp" presStyleIdx="1" presStyleCnt="3"/>
      <dgm:spPr/>
    </dgm:pt>
    <dgm:pt modelId="{B22573F0-287C-4583-947C-4DBEB52897BF}" type="pres">
      <dgm:prSet presAssocID="{35D39187-E3B5-4796-95CE-E20FD33F908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E660073B-A35E-4A46-838B-F47A1998DA43}" type="pres">
      <dgm:prSet presAssocID="{35D39187-E3B5-4796-95CE-E20FD33F9088}" presName="spaceRect" presStyleCnt="0"/>
      <dgm:spPr/>
    </dgm:pt>
    <dgm:pt modelId="{D7B8C479-B90A-4B6B-B59B-44B1AB6A29A9}" type="pres">
      <dgm:prSet presAssocID="{35D39187-E3B5-4796-95CE-E20FD33F9088}" presName="textRect" presStyleLbl="revTx" presStyleIdx="1" presStyleCnt="3">
        <dgm:presLayoutVars>
          <dgm:chMax val="1"/>
          <dgm:chPref val="1"/>
        </dgm:presLayoutVars>
      </dgm:prSet>
      <dgm:spPr/>
    </dgm:pt>
    <dgm:pt modelId="{BCC3A16C-0FE0-4BD8-950F-4797A4C2DB73}" type="pres">
      <dgm:prSet presAssocID="{BE3235C6-BBFF-4118-846E-4FEBDE079D0A}" presName="sibTrans" presStyleCnt="0"/>
      <dgm:spPr/>
    </dgm:pt>
    <dgm:pt modelId="{9AF4CC23-0438-43D7-8F70-CE6F308FE83E}" type="pres">
      <dgm:prSet presAssocID="{C68FC3CE-0C3B-4BCF-BC7D-840964940C53}" presName="compNode" presStyleCnt="0"/>
      <dgm:spPr/>
    </dgm:pt>
    <dgm:pt modelId="{A88BF49D-D9FB-4FF6-B33B-DDA1CB79C3B9}" type="pres">
      <dgm:prSet presAssocID="{C68FC3CE-0C3B-4BCF-BC7D-840964940C53}" presName="iconBgRect" presStyleLbl="bgShp" presStyleIdx="2" presStyleCnt="3"/>
      <dgm:spPr/>
    </dgm:pt>
    <dgm:pt modelId="{AE03B0FB-40BE-497E-B77A-FD94FB894F88}" type="pres">
      <dgm:prSet presAssocID="{C68FC3CE-0C3B-4BCF-BC7D-840964940C5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estive Lantern"/>
        </a:ext>
      </dgm:extLst>
    </dgm:pt>
    <dgm:pt modelId="{5889F313-A86D-49AF-B43B-74E365DE89B0}" type="pres">
      <dgm:prSet presAssocID="{C68FC3CE-0C3B-4BCF-BC7D-840964940C53}" presName="spaceRect" presStyleCnt="0"/>
      <dgm:spPr/>
    </dgm:pt>
    <dgm:pt modelId="{05438E14-2EB9-4DA2-BA3A-46830B6B20E0}" type="pres">
      <dgm:prSet presAssocID="{C68FC3CE-0C3B-4BCF-BC7D-840964940C5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695EA0E-D0B0-4BBF-852A-1DE2B1D6BA8D}" srcId="{97F302EF-0412-40C3-9D3D-280C2CE2E80D}" destId="{960953C8-342A-4985-9AF7-5B9B91E1DE0A}" srcOrd="0" destOrd="0" parTransId="{52FACAE2-C6EB-4D23-B104-50BC724974FB}" sibTransId="{FCC113C1-B5E3-4B29-8035-77FD7A46F9DC}"/>
    <dgm:cxn modelId="{239CD04B-C8C5-47D8-8E52-B11109897ABD}" type="presOf" srcId="{97F302EF-0412-40C3-9D3D-280C2CE2E80D}" destId="{8B45BC14-7A22-41FC-826F-56C11C7FF868}" srcOrd="0" destOrd="0" presId="urn:microsoft.com/office/officeart/2018/5/layout/IconCircleLabelList"/>
    <dgm:cxn modelId="{CC5F1E5A-6FE2-457D-9CDC-7643505C9960}" type="presOf" srcId="{960953C8-342A-4985-9AF7-5B9B91E1DE0A}" destId="{320F79D9-25C2-4EBC-B332-D360FAD7E676}" srcOrd="0" destOrd="0" presId="urn:microsoft.com/office/officeart/2018/5/layout/IconCircleLabelList"/>
    <dgm:cxn modelId="{968B9995-06C9-47D4-A7D6-75C305F19691}" type="presOf" srcId="{C68FC3CE-0C3B-4BCF-BC7D-840964940C53}" destId="{05438E14-2EB9-4DA2-BA3A-46830B6B20E0}" srcOrd="0" destOrd="0" presId="urn:microsoft.com/office/officeart/2018/5/layout/IconCircleLabelList"/>
    <dgm:cxn modelId="{4E2CF89F-B657-432A-8E7F-5117B8BBAAC7}" srcId="{97F302EF-0412-40C3-9D3D-280C2CE2E80D}" destId="{35D39187-E3B5-4796-95CE-E20FD33F9088}" srcOrd="1" destOrd="0" parTransId="{9EE62BB1-71AE-49E3-B474-50C210274425}" sibTransId="{BE3235C6-BBFF-4118-846E-4FEBDE079D0A}"/>
    <dgm:cxn modelId="{E22C48F0-6CB2-4B2D-8AC3-D421541C3D7F}" type="presOf" srcId="{35D39187-E3B5-4796-95CE-E20FD33F9088}" destId="{D7B8C479-B90A-4B6B-B59B-44B1AB6A29A9}" srcOrd="0" destOrd="0" presId="urn:microsoft.com/office/officeart/2018/5/layout/IconCircleLabelList"/>
    <dgm:cxn modelId="{B6054DF8-E693-4B89-90BA-632B5AAD0747}" srcId="{97F302EF-0412-40C3-9D3D-280C2CE2E80D}" destId="{C68FC3CE-0C3B-4BCF-BC7D-840964940C53}" srcOrd="2" destOrd="0" parTransId="{0FE9301B-CD4B-42F4-A2A0-ABCDEDBB232D}" sibTransId="{7E0B8761-3DA7-4578-B5ED-12FC2D4B8BBA}"/>
    <dgm:cxn modelId="{719510B9-345A-4667-B962-968C0DE2059A}" type="presParOf" srcId="{8B45BC14-7A22-41FC-826F-56C11C7FF868}" destId="{B137A5E7-7E67-4CEC-A53B-7514D1EFCA9D}" srcOrd="0" destOrd="0" presId="urn:microsoft.com/office/officeart/2018/5/layout/IconCircleLabelList"/>
    <dgm:cxn modelId="{E6B4FBFD-B662-49BA-91D2-7D459616DE0E}" type="presParOf" srcId="{B137A5E7-7E67-4CEC-A53B-7514D1EFCA9D}" destId="{08346DB4-E28D-4475-9627-3198174DAAAE}" srcOrd="0" destOrd="0" presId="urn:microsoft.com/office/officeart/2018/5/layout/IconCircleLabelList"/>
    <dgm:cxn modelId="{F2943946-952B-49C3-BAAA-069865735321}" type="presParOf" srcId="{B137A5E7-7E67-4CEC-A53B-7514D1EFCA9D}" destId="{009C0011-AB42-453D-AA2A-40AC5C1114B5}" srcOrd="1" destOrd="0" presId="urn:microsoft.com/office/officeart/2018/5/layout/IconCircleLabelList"/>
    <dgm:cxn modelId="{7EBC1ECE-0490-4774-BDC8-18A25387CFFF}" type="presParOf" srcId="{B137A5E7-7E67-4CEC-A53B-7514D1EFCA9D}" destId="{E1ECE7E6-A4FE-418B-B790-89E979EC0D88}" srcOrd="2" destOrd="0" presId="urn:microsoft.com/office/officeart/2018/5/layout/IconCircleLabelList"/>
    <dgm:cxn modelId="{026F79AF-1402-4209-8043-C78E73CDF573}" type="presParOf" srcId="{B137A5E7-7E67-4CEC-A53B-7514D1EFCA9D}" destId="{320F79D9-25C2-4EBC-B332-D360FAD7E676}" srcOrd="3" destOrd="0" presId="urn:microsoft.com/office/officeart/2018/5/layout/IconCircleLabelList"/>
    <dgm:cxn modelId="{B29AB49C-05D9-49BE-AB37-9D508C378993}" type="presParOf" srcId="{8B45BC14-7A22-41FC-826F-56C11C7FF868}" destId="{9495219E-3030-4AFE-98D5-2F6607EB1C04}" srcOrd="1" destOrd="0" presId="urn:microsoft.com/office/officeart/2018/5/layout/IconCircleLabelList"/>
    <dgm:cxn modelId="{C2FF2469-58B0-4BE0-A75F-B98B251763B4}" type="presParOf" srcId="{8B45BC14-7A22-41FC-826F-56C11C7FF868}" destId="{961F3570-BA38-4CA9-BCFA-F2FE67959C29}" srcOrd="2" destOrd="0" presId="urn:microsoft.com/office/officeart/2018/5/layout/IconCircleLabelList"/>
    <dgm:cxn modelId="{974BD3B1-A0EF-4F18-B736-1D72A711EE36}" type="presParOf" srcId="{961F3570-BA38-4CA9-BCFA-F2FE67959C29}" destId="{332CC82E-2732-4332-B222-5AA11519F4B1}" srcOrd="0" destOrd="0" presId="urn:microsoft.com/office/officeart/2018/5/layout/IconCircleLabelList"/>
    <dgm:cxn modelId="{FED09B9C-341F-4257-AAEB-363812F8B27A}" type="presParOf" srcId="{961F3570-BA38-4CA9-BCFA-F2FE67959C29}" destId="{B22573F0-287C-4583-947C-4DBEB52897BF}" srcOrd="1" destOrd="0" presId="urn:microsoft.com/office/officeart/2018/5/layout/IconCircleLabelList"/>
    <dgm:cxn modelId="{858AB4E7-886B-42D8-A30D-E7CDD792EC56}" type="presParOf" srcId="{961F3570-BA38-4CA9-BCFA-F2FE67959C29}" destId="{E660073B-A35E-4A46-838B-F47A1998DA43}" srcOrd="2" destOrd="0" presId="urn:microsoft.com/office/officeart/2018/5/layout/IconCircleLabelList"/>
    <dgm:cxn modelId="{01CFC00A-874B-4651-B9B3-3DAC29879EAE}" type="presParOf" srcId="{961F3570-BA38-4CA9-BCFA-F2FE67959C29}" destId="{D7B8C479-B90A-4B6B-B59B-44B1AB6A29A9}" srcOrd="3" destOrd="0" presId="urn:microsoft.com/office/officeart/2018/5/layout/IconCircleLabelList"/>
    <dgm:cxn modelId="{B792525C-8D73-4F0D-9FF3-640C907105F3}" type="presParOf" srcId="{8B45BC14-7A22-41FC-826F-56C11C7FF868}" destId="{BCC3A16C-0FE0-4BD8-950F-4797A4C2DB73}" srcOrd="3" destOrd="0" presId="urn:microsoft.com/office/officeart/2018/5/layout/IconCircleLabelList"/>
    <dgm:cxn modelId="{7D4201D1-E8B3-4323-B338-B8E5704322FB}" type="presParOf" srcId="{8B45BC14-7A22-41FC-826F-56C11C7FF868}" destId="{9AF4CC23-0438-43D7-8F70-CE6F308FE83E}" srcOrd="4" destOrd="0" presId="urn:microsoft.com/office/officeart/2018/5/layout/IconCircleLabelList"/>
    <dgm:cxn modelId="{A0D1A39B-0549-491A-9CD3-F54873781898}" type="presParOf" srcId="{9AF4CC23-0438-43D7-8F70-CE6F308FE83E}" destId="{A88BF49D-D9FB-4FF6-B33B-DDA1CB79C3B9}" srcOrd="0" destOrd="0" presId="urn:microsoft.com/office/officeart/2018/5/layout/IconCircleLabelList"/>
    <dgm:cxn modelId="{A3CC9339-6809-417F-9294-DD8BE7C33E70}" type="presParOf" srcId="{9AF4CC23-0438-43D7-8F70-CE6F308FE83E}" destId="{AE03B0FB-40BE-497E-B77A-FD94FB894F88}" srcOrd="1" destOrd="0" presId="urn:microsoft.com/office/officeart/2018/5/layout/IconCircleLabelList"/>
    <dgm:cxn modelId="{A08F01DB-F61D-458E-B52F-3E6E2515FE0D}" type="presParOf" srcId="{9AF4CC23-0438-43D7-8F70-CE6F308FE83E}" destId="{5889F313-A86D-49AF-B43B-74E365DE89B0}" srcOrd="2" destOrd="0" presId="urn:microsoft.com/office/officeart/2018/5/layout/IconCircleLabelList"/>
    <dgm:cxn modelId="{F0185937-559F-4C32-ACD7-9DC5F45B66DB}" type="presParOf" srcId="{9AF4CC23-0438-43D7-8F70-CE6F308FE83E}" destId="{05438E14-2EB9-4DA2-BA3A-46830B6B20E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62FEE0-5D38-41BA-91F4-C685EFB92C04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47F9BA-7C22-4CAB-8F98-954D0477F8C4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A7F644-CA99-4D1C-AC22-9A40CAD36E45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Architecture</a:t>
          </a:r>
        </a:p>
      </dsp:txBody>
      <dsp:txXfrm>
        <a:off x="35606" y="2725540"/>
        <a:ext cx="2981250" cy="720000"/>
      </dsp:txXfrm>
    </dsp:sp>
    <dsp:sp modelId="{395704C5-F946-462D-A69C-EF9F9736D2B0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5E6294-B2C0-4C55-828B-784B823F312F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F658D-38C7-4601-A0BE-1335EF200B1E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Construction</a:t>
          </a:r>
        </a:p>
      </dsp:txBody>
      <dsp:txXfrm>
        <a:off x="3538574" y="2725540"/>
        <a:ext cx="2981250" cy="720000"/>
      </dsp:txXfrm>
    </dsp:sp>
    <dsp:sp modelId="{E11D9D2D-E1EF-4F8B-B956-5276604AD9D9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A072A-DFB4-4C7E-8DD2-3ED530ACB350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92316D-3FE7-4566-B3F0-19B75154652B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100" kern="1200" dirty="0"/>
            <a:t>Urban Planning</a:t>
          </a:r>
        </a:p>
      </dsp:txBody>
      <dsp:txXfrm>
        <a:off x="7041543" y="2725540"/>
        <a:ext cx="29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D0A7DB-F870-4289-A176-74DC8634D49F}">
      <dsp:nvSpPr>
        <dsp:cNvPr id="0" name=""/>
        <dsp:cNvSpPr/>
      </dsp:nvSpPr>
      <dsp:spPr>
        <a:xfrm>
          <a:off x="774129" y="709809"/>
          <a:ext cx="1255425" cy="125542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6532A6-7EC2-48FB-9700-1C2608E2063C}">
      <dsp:nvSpPr>
        <dsp:cNvPr id="0" name=""/>
        <dsp:cNvSpPr/>
      </dsp:nvSpPr>
      <dsp:spPr>
        <a:xfrm>
          <a:off x="1041679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CCB9B7-3229-4D84-88AF-537C55717936}">
      <dsp:nvSpPr>
        <dsp:cNvPr id="0" name=""/>
        <dsp:cNvSpPr/>
      </dsp:nvSpPr>
      <dsp:spPr>
        <a:xfrm>
          <a:off x="372805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Performance</a:t>
          </a:r>
        </a:p>
      </dsp:txBody>
      <dsp:txXfrm>
        <a:off x="372805" y="2356270"/>
        <a:ext cx="2058075" cy="720000"/>
      </dsp:txXfrm>
    </dsp:sp>
    <dsp:sp modelId="{3EC02099-2D14-4F0B-98D2-969D1935C96B}">
      <dsp:nvSpPr>
        <dsp:cNvPr id="0" name=""/>
        <dsp:cNvSpPr/>
      </dsp:nvSpPr>
      <dsp:spPr>
        <a:xfrm>
          <a:off x="3192368" y="709809"/>
          <a:ext cx="1255425" cy="125542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C6369C-F074-481D-877F-C3CA1C8B2601}">
      <dsp:nvSpPr>
        <dsp:cNvPr id="0" name=""/>
        <dsp:cNvSpPr/>
      </dsp:nvSpPr>
      <dsp:spPr>
        <a:xfrm>
          <a:off x="3459917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1E48B1-231B-40EC-9DEB-E9C62DB9B354}">
      <dsp:nvSpPr>
        <dsp:cNvPr id="0" name=""/>
        <dsp:cNvSpPr/>
      </dsp:nvSpPr>
      <dsp:spPr>
        <a:xfrm>
          <a:off x="2791043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Survey Results</a:t>
          </a:r>
        </a:p>
      </dsp:txBody>
      <dsp:txXfrm>
        <a:off x="2791043" y="2356270"/>
        <a:ext cx="2058075" cy="720000"/>
      </dsp:txXfrm>
    </dsp:sp>
    <dsp:sp modelId="{3B05B3D7-3CA4-4213-988D-5520E9FCAC06}">
      <dsp:nvSpPr>
        <dsp:cNvPr id="0" name=""/>
        <dsp:cNvSpPr/>
      </dsp:nvSpPr>
      <dsp:spPr>
        <a:xfrm>
          <a:off x="5610606" y="709809"/>
          <a:ext cx="1255425" cy="125542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0C6F1C-67EB-49A3-8A6A-77FE6F4E2581}">
      <dsp:nvSpPr>
        <dsp:cNvPr id="0" name=""/>
        <dsp:cNvSpPr/>
      </dsp:nvSpPr>
      <dsp:spPr>
        <a:xfrm>
          <a:off x="5878155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5C5D9-1529-4C00-8952-5702A3EBEB99}">
      <dsp:nvSpPr>
        <dsp:cNvPr id="0" name=""/>
        <dsp:cNvSpPr/>
      </dsp:nvSpPr>
      <dsp:spPr>
        <a:xfrm>
          <a:off x="5209281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Highlights /Lowlights</a:t>
          </a:r>
        </a:p>
      </dsp:txBody>
      <dsp:txXfrm>
        <a:off x="5209281" y="2356270"/>
        <a:ext cx="2058075" cy="720000"/>
      </dsp:txXfrm>
    </dsp:sp>
    <dsp:sp modelId="{CB636E1E-A841-49EB-A5DF-AEA92F5B90A0}">
      <dsp:nvSpPr>
        <dsp:cNvPr id="0" name=""/>
        <dsp:cNvSpPr/>
      </dsp:nvSpPr>
      <dsp:spPr>
        <a:xfrm>
          <a:off x="8028844" y="709809"/>
          <a:ext cx="1255425" cy="125542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D6C5FB-B8FF-4B57-B22D-AEAC08728B7D}">
      <dsp:nvSpPr>
        <dsp:cNvPr id="0" name=""/>
        <dsp:cNvSpPr/>
      </dsp:nvSpPr>
      <dsp:spPr>
        <a:xfrm>
          <a:off x="8296394" y="977359"/>
          <a:ext cx="720326" cy="7203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2D07B9-A1AB-4FA9-8A07-1D52AC3E3ADB}">
      <dsp:nvSpPr>
        <dsp:cNvPr id="0" name=""/>
        <dsp:cNvSpPr/>
      </dsp:nvSpPr>
      <dsp:spPr>
        <a:xfrm>
          <a:off x="7627519" y="2356270"/>
          <a:ext cx="20580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Key Project Updates</a:t>
          </a:r>
        </a:p>
      </dsp:txBody>
      <dsp:txXfrm>
        <a:off x="7627519" y="2356270"/>
        <a:ext cx="2058075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FCCF9F-496F-4A91-9928-06906EDB772C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ED098-F5FE-4A1B-9E20-DFC0D0A65C32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FA9F55-1AF0-42BC-8EA6-1B678D5F2076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Aspirations</a:t>
          </a:r>
        </a:p>
      </dsp:txBody>
      <dsp:txXfrm>
        <a:off x="35606" y="2725540"/>
        <a:ext cx="2981250" cy="720000"/>
      </dsp:txXfrm>
    </dsp:sp>
    <dsp:sp modelId="{C99B2ADA-595B-48AD-A247-3E9820063DCC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494E7B-96C1-48B4-B650-9233C05BA3F4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B977E9-2E4A-4334-9684-AF022B9B409C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New Initiatives</a:t>
          </a:r>
        </a:p>
      </dsp:txBody>
      <dsp:txXfrm>
        <a:off x="3538574" y="2725540"/>
        <a:ext cx="2981250" cy="720000"/>
      </dsp:txXfrm>
    </dsp:sp>
    <dsp:sp modelId="{62D8ACCD-9BFE-4669-9256-5B431AFDB26B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A3AA3A-B895-49D9-93A1-ABD47A7C1F5E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38AFCF-2D05-4D03-B9A1-295B281E4775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400" kern="1200" dirty="0"/>
            <a:t>Key Metrics</a:t>
          </a:r>
        </a:p>
      </dsp:txBody>
      <dsp:txXfrm>
        <a:off x="7041543" y="2725540"/>
        <a:ext cx="2981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46DB4-E28D-4475-9627-3198174DAAAE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9C0011-AB42-453D-AA2A-40AC5C1114B5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0F79D9-25C2-4EBC-B332-D360FAD7E676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Executive Team</a:t>
          </a:r>
        </a:p>
      </dsp:txBody>
      <dsp:txXfrm>
        <a:off x="35606" y="2725540"/>
        <a:ext cx="2981250" cy="720000"/>
      </dsp:txXfrm>
    </dsp:sp>
    <dsp:sp modelId="{332CC82E-2732-4332-B222-5AA11519F4B1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2573F0-287C-4583-947C-4DBEB52897BF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B8C479-B90A-4B6B-B59B-44B1AB6A29A9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New Employees</a:t>
          </a:r>
        </a:p>
      </dsp:txBody>
      <dsp:txXfrm>
        <a:off x="3538574" y="2725540"/>
        <a:ext cx="2981250" cy="720000"/>
      </dsp:txXfrm>
    </dsp:sp>
    <dsp:sp modelId="{A88BF49D-D9FB-4FF6-B33B-DDA1CB79C3B9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3B0FB-40BE-497E-B77A-FD94FB894F88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438E14-2EB9-4DA2-BA3A-46830B6B20E0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300" kern="1200" dirty="0"/>
            <a:t>Anniversaries</a:t>
          </a:r>
        </a:p>
      </dsp:txBody>
      <dsp:txXfrm>
        <a:off x="7041543" y="272554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2779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45643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58266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66621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3601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37502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3687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00404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37557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5258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58648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3171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48468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74593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2246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36054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56421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738336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046065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522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0.jpeg"/><Relationship Id="rId5" Type="http://schemas.openxmlformats.org/officeDocument/2006/relationships/image" Target="../media/image59.jpeg"/><Relationship Id="rId4" Type="http://schemas.openxmlformats.org/officeDocument/2006/relationships/image" Target="../media/image5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878186"/>
            <a:ext cx="5663955" cy="1903216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14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8" name="Rectangle 27" descr="Checkmark">
            <a:extLst>
              <a:ext uri="{FF2B5EF4-FFF2-40B4-BE49-F238E27FC236}">
                <a16:creationId xmlns:a16="http://schemas.microsoft.com/office/drawing/2014/main" id="{DDCEDC45-E5D5-43AE-9165-4FA0C0890C53}"/>
              </a:ext>
            </a:extLst>
          </p:cNvPr>
          <p:cNvSpPr/>
          <p:nvPr/>
        </p:nvSpPr>
        <p:spPr>
          <a:xfrm>
            <a:off x="5634767" y="1124870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0" name="Rectangle 29" descr="Checkmark">
            <a:extLst>
              <a:ext uri="{FF2B5EF4-FFF2-40B4-BE49-F238E27FC236}">
                <a16:creationId xmlns:a16="http://schemas.microsoft.com/office/drawing/2014/main" id="{CC5951DD-736B-4001-A27B-001A430C0145}"/>
              </a:ext>
            </a:extLst>
          </p:cNvPr>
          <p:cNvSpPr/>
          <p:nvPr/>
        </p:nvSpPr>
        <p:spPr>
          <a:xfrm>
            <a:off x="5630579" y="1557816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1" name="Rectangle 30" descr="Checkmark">
            <a:extLst>
              <a:ext uri="{FF2B5EF4-FFF2-40B4-BE49-F238E27FC236}">
                <a16:creationId xmlns:a16="http://schemas.microsoft.com/office/drawing/2014/main" id="{F1E12B46-D713-4E7E-B2F8-EB27863C5AA3}"/>
              </a:ext>
            </a:extLst>
          </p:cNvPr>
          <p:cNvSpPr/>
          <p:nvPr/>
        </p:nvSpPr>
        <p:spPr>
          <a:xfrm>
            <a:off x="5630579" y="2019481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5" name="Rectangle 34" descr="Checkmark">
            <a:extLst>
              <a:ext uri="{FF2B5EF4-FFF2-40B4-BE49-F238E27FC236}">
                <a16:creationId xmlns:a16="http://schemas.microsoft.com/office/drawing/2014/main" id="{7FBD27BB-DFD4-4221-B6EE-4DB0B84A21FC}"/>
              </a:ext>
            </a:extLst>
          </p:cNvPr>
          <p:cNvSpPr/>
          <p:nvPr/>
        </p:nvSpPr>
        <p:spPr>
          <a:xfrm>
            <a:off x="5630579" y="2481146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7" name="Rectangle 36" descr="Checkmark">
            <a:extLst>
              <a:ext uri="{FF2B5EF4-FFF2-40B4-BE49-F238E27FC236}">
                <a16:creationId xmlns:a16="http://schemas.microsoft.com/office/drawing/2014/main" id="{F7BA8AAF-8B14-4792-B637-13E6EA79F229}"/>
              </a:ext>
            </a:extLst>
          </p:cNvPr>
          <p:cNvSpPr/>
          <p:nvPr/>
        </p:nvSpPr>
        <p:spPr>
          <a:xfrm>
            <a:off x="5630579" y="2947679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8" name="Rectangle 37" descr="Checkmark">
            <a:extLst>
              <a:ext uri="{FF2B5EF4-FFF2-40B4-BE49-F238E27FC236}">
                <a16:creationId xmlns:a16="http://schemas.microsoft.com/office/drawing/2014/main" id="{FAB86274-FE2B-4FA9-9084-16AD9E770F01}"/>
              </a:ext>
            </a:extLst>
          </p:cNvPr>
          <p:cNvSpPr/>
          <p:nvPr/>
        </p:nvSpPr>
        <p:spPr>
          <a:xfrm>
            <a:off x="5630579" y="3401360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39" name="Rectangle 38" descr="Checkmark">
            <a:extLst>
              <a:ext uri="{FF2B5EF4-FFF2-40B4-BE49-F238E27FC236}">
                <a16:creationId xmlns:a16="http://schemas.microsoft.com/office/drawing/2014/main" id="{57B55D67-A416-49D0-91C8-8EE70079A676}"/>
              </a:ext>
            </a:extLst>
          </p:cNvPr>
          <p:cNvSpPr/>
          <p:nvPr/>
        </p:nvSpPr>
        <p:spPr>
          <a:xfrm>
            <a:off x="5633754" y="3855041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3" name="Rectangle 42" descr="Checkmark">
            <a:extLst>
              <a:ext uri="{FF2B5EF4-FFF2-40B4-BE49-F238E27FC236}">
                <a16:creationId xmlns:a16="http://schemas.microsoft.com/office/drawing/2014/main" id="{AB5F38B1-D2D1-43D7-B5FE-D565B523F9E2}"/>
              </a:ext>
            </a:extLst>
          </p:cNvPr>
          <p:cNvSpPr/>
          <p:nvPr/>
        </p:nvSpPr>
        <p:spPr>
          <a:xfrm>
            <a:off x="5630579" y="4287987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5" name="Rectangle 44" descr="Checkmark">
            <a:extLst>
              <a:ext uri="{FF2B5EF4-FFF2-40B4-BE49-F238E27FC236}">
                <a16:creationId xmlns:a16="http://schemas.microsoft.com/office/drawing/2014/main" id="{CFAE26AB-AE44-4093-AE27-759C578C015C}"/>
              </a:ext>
            </a:extLst>
          </p:cNvPr>
          <p:cNvSpPr/>
          <p:nvPr/>
        </p:nvSpPr>
        <p:spPr>
          <a:xfrm>
            <a:off x="5630579" y="4720933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6" name="Rectangle 45" descr="Checkmark">
            <a:extLst>
              <a:ext uri="{FF2B5EF4-FFF2-40B4-BE49-F238E27FC236}">
                <a16:creationId xmlns:a16="http://schemas.microsoft.com/office/drawing/2014/main" id="{460DDCF8-4DDA-495D-A278-A29DA4F7818D}"/>
              </a:ext>
            </a:extLst>
          </p:cNvPr>
          <p:cNvSpPr/>
          <p:nvPr/>
        </p:nvSpPr>
        <p:spPr>
          <a:xfrm>
            <a:off x="5630579" y="5153879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  <p:sp>
        <p:nvSpPr>
          <p:cNvPr id="47" name="Rectangle 46" descr="Checkmark">
            <a:extLst>
              <a:ext uri="{FF2B5EF4-FFF2-40B4-BE49-F238E27FC236}">
                <a16:creationId xmlns:a16="http://schemas.microsoft.com/office/drawing/2014/main" id="{41703E62-E23D-43B1-AA5E-768E1D33DD3C}"/>
              </a:ext>
            </a:extLst>
          </p:cNvPr>
          <p:cNvSpPr/>
          <p:nvPr/>
        </p:nvSpPr>
        <p:spPr>
          <a:xfrm>
            <a:off x="5630579" y="5586825"/>
            <a:ext cx="373900" cy="394492"/>
          </a:xfrm>
          <a:prstGeom prst="rect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-665912"/>
              <a:satOff val="-293"/>
              <a:lumOff val="784"/>
              <a:alphaOff val="0"/>
            </a:schemeClr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02075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3DFD8-57E9-4A01-9A85-12BA66419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13598-A54B-46CE-9938-FAC5F6DE9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191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923956" y="6130340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processe.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97948" y="6284877"/>
            <a:ext cx="519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05385" y="1737360"/>
            <a:ext cx="5305330" cy="3540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582092"/>
            <a:ext cx="5716139" cy="3693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146B020-2B12-4533-AB98-A078339B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Our Story</a:t>
            </a:r>
          </a:p>
        </p:txBody>
      </p:sp>
      <p:pic>
        <p:nvPicPr>
          <p:cNvPr id="10" name="Picture Placeholder 9" descr="A view of a tall building">
            <a:extLst>
              <a:ext uri="{FF2B5EF4-FFF2-40B4-BE49-F238E27FC236}">
                <a16:creationId xmlns:a16="http://schemas.microsoft.com/office/drawing/2014/main" id="{7E7516D5-86C5-48B5-8E66-B9E6F735DF5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02" r="9892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D22D53-586E-4F80-B549-03B4A942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How did you get started?</a:t>
            </a:r>
          </a:p>
          <a:p>
            <a:r>
              <a:rPr lang="en-US" dirty="0">
                <a:latin typeface="+mj-lt"/>
              </a:rPr>
              <a:t>What is memorable about your heritage?</a:t>
            </a:r>
          </a:p>
        </p:txBody>
      </p:sp>
    </p:spTree>
    <p:extLst>
      <p:ext uri="{BB962C8B-B14F-4D97-AF65-F5344CB8AC3E}">
        <p14:creationId xmlns:p14="http://schemas.microsoft.com/office/powerpoint/2010/main" val="1807676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146B020-2B12-4533-AB98-A078339B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/>
                </a:solidFill>
              </a:rPr>
              <a:t>Mission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D22D53-586E-4F80-B549-03B4A942D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What is the reason the company exists? </a:t>
            </a:r>
          </a:p>
          <a:p>
            <a:r>
              <a:rPr lang="en-US" dirty="0">
                <a:latin typeface="+mj-lt"/>
              </a:rPr>
              <a:t>Do you have an official company mission statement?</a:t>
            </a:r>
          </a:p>
        </p:txBody>
      </p:sp>
      <p:pic>
        <p:nvPicPr>
          <p:cNvPr id="9" name="Picture Placeholder 8" descr="A picture containing object that represents mission, goal&#10;">
            <a:extLst>
              <a:ext uri="{FF2B5EF4-FFF2-40B4-BE49-F238E27FC236}">
                <a16:creationId xmlns:a16="http://schemas.microsoft.com/office/drawing/2014/main" id="{8CFBDF6E-78AD-4FBA-9B07-1F98608A8B2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0701" r="2" b="2295"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224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6DB04AA-2B2C-4162-AD6D-1FF802682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Philosophy</a:t>
            </a:r>
          </a:p>
        </p:txBody>
      </p:sp>
      <p:pic>
        <p:nvPicPr>
          <p:cNvPr id="11" name="Picture Placeholder 10" descr="A picture containing sky, water, outdoor, person. It also reflects philosophy, peace&#10;&#10;">
            <a:extLst>
              <a:ext uri="{FF2B5EF4-FFF2-40B4-BE49-F238E27FC236}">
                <a16:creationId xmlns:a16="http://schemas.microsoft.com/office/drawing/2014/main" id="{94B2FFE9-6D1F-4DC1-8532-95405973AB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CCBAAA8-DE36-46A7-8728-72C3486FD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pPr marL="87313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Your best quote that reflects your approach… </a:t>
            </a:r>
            <a:br>
              <a:rPr lang="en-US" dirty="0">
                <a:latin typeface="+mj-lt"/>
              </a:rPr>
            </a:b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“It’s one small step for man, one giant leap for mankind.”</a:t>
            </a:r>
          </a:p>
          <a:p>
            <a:pPr marL="87313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- Neil Armstrong</a:t>
            </a:r>
          </a:p>
        </p:txBody>
      </p:sp>
    </p:spTree>
    <p:extLst>
      <p:ext uri="{BB962C8B-B14F-4D97-AF65-F5344CB8AC3E}">
        <p14:creationId xmlns:p14="http://schemas.microsoft.com/office/powerpoint/2010/main" val="2596897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DA682D-7AC5-48E0-993B-AB3F0273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Our Products and Services</a:t>
            </a:r>
            <a:endParaRPr lang="en-IN" dirty="0"/>
          </a:p>
        </p:txBody>
      </p:sp>
      <p:graphicFrame>
        <p:nvGraphicFramePr>
          <p:cNvPr id="8" name="Content Placeholder 5" descr="This is agenda slide with icons and texts">
            <a:extLst>
              <a:ext uri="{FF2B5EF4-FFF2-40B4-BE49-F238E27FC236}">
                <a16:creationId xmlns:a16="http://schemas.microsoft.com/office/drawing/2014/main" id="{11C77D7C-7B20-41EB-B25D-E388EB3415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939485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0154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8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7" name="Straight Connector 30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" name="Rectangle 32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B72B13-069B-4F8A-9437-FA58C3F1D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7" y="516836"/>
            <a:ext cx="3697683" cy="196023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Key Achievements</a:t>
            </a:r>
          </a:p>
        </p:txBody>
      </p:sp>
      <p:cxnSp>
        <p:nvCxnSpPr>
          <p:cNvPr id="30" name="Straight Connector 34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81D70C-EE29-493E-838C-890184A02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Celebration the big wins and memorable moments.</a:t>
            </a:r>
          </a:p>
          <a:p>
            <a:r>
              <a:rPr lang="en-US" dirty="0">
                <a:latin typeface="+mj-lt"/>
              </a:rPr>
              <a:t>First</a:t>
            </a:r>
          </a:p>
          <a:p>
            <a:r>
              <a:rPr lang="en-US" dirty="0">
                <a:latin typeface="+mj-lt"/>
              </a:rPr>
              <a:t>Second</a:t>
            </a:r>
          </a:p>
          <a:p>
            <a:r>
              <a:rPr lang="en-US" dirty="0">
                <a:latin typeface="+mj-lt"/>
              </a:rPr>
              <a:t>Third</a:t>
            </a:r>
          </a:p>
        </p:txBody>
      </p:sp>
      <p:pic>
        <p:nvPicPr>
          <p:cNvPr id="9" name="Picture Placeholder 8" descr="A person with a sunset in the background. This image is also reflects achievements&#10;">
            <a:extLst>
              <a:ext uri="{FF2B5EF4-FFF2-40B4-BE49-F238E27FC236}">
                <a16:creationId xmlns:a16="http://schemas.microsoft.com/office/drawing/2014/main" id="{73634FB2-CF5B-4C8E-9EF0-593506A28F3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7279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613E22E-01DB-414D-9831-64C0E2A8B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2019 Results</a:t>
            </a:r>
          </a:p>
        </p:txBody>
      </p:sp>
      <p:graphicFrame>
        <p:nvGraphicFramePr>
          <p:cNvPr id="18" name="Content Placeholder 7" descr="This is agenda slide with icons and texts">
            <a:extLst>
              <a:ext uri="{FF2B5EF4-FFF2-40B4-BE49-F238E27FC236}">
                <a16:creationId xmlns:a16="http://schemas.microsoft.com/office/drawing/2014/main" id="{8DB202CD-67CB-4F55-926C-FEA75DA63B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18420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60565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5BA7203-E18A-4594-9991-EFE3B8E4D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20XX Performance</a:t>
            </a:r>
          </a:p>
        </p:txBody>
      </p:sp>
      <p:graphicFrame>
        <p:nvGraphicFramePr>
          <p:cNvPr id="8" name="Content Placeholder 5" descr="Bar charts">
            <a:extLst>
              <a:ext uri="{FF2B5EF4-FFF2-40B4-BE49-F238E27FC236}">
                <a16:creationId xmlns:a16="http://schemas.microsoft.com/office/drawing/2014/main" id="{6EC5BF26-2477-4F05-8212-95DB512392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9599401"/>
              </p:ext>
            </p:extLst>
          </p:nvPr>
        </p:nvGraphicFramePr>
        <p:xfrm>
          <a:off x="1096963" y="2108200"/>
          <a:ext cx="10058400" cy="3760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84200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CC78E1-629B-4981-BA25-E8F061C4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Survey Results</a:t>
            </a:r>
          </a:p>
        </p:txBody>
      </p:sp>
      <p:graphicFrame>
        <p:nvGraphicFramePr>
          <p:cNvPr id="15" name="Content Placeholder 5" descr="Pie chart">
            <a:extLst>
              <a:ext uri="{FF2B5EF4-FFF2-40B4-BE49-F238E27FC236}">
                <a16:creationId xmlns:a16="http://schemas.microsoft.com/office/drawing/2014/main" id="{31CA3285-B0A9-4C4F-922C-FAD17B7413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97109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744687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2CC3EF0-F13E-468D-8198-2FFABAAB8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Reflecting back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2A3650-CE74-4B2A-A714-A99CA1898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C401CC4-711A-4213-A098-6A62651D89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+mj-lt"/>
              </a:rPr>
              <a:t>Nulla a erat eget nunc hendrerit ultrices eu nec nulla. Donec viverra leo aliquet, auctor quam id, convallis orci. </a:t>
            </a:r>
          </a:p>
          <a:p>
            <a:r>
              <a:rPr lang="en-US" sz="1800" dirty="0">
                <a:latin typeface="+mj-lt"/>
              </a:rPr>
              <a:t>Sed in molestie est. Cras ornare turpis at ligula posuere, sit amet accumsan neque lobortis.</a:t>
            </a:r>
          </a:p>
          <a:p>
            <a:r>
              <a:rPr lang="en-US" sz="1800" dirty="0">
                <a:latin typeface="+mj-lt"/>
              </a:rPr>
              <a:t>Maecenas mattis risus ligula, sed ullamcorper nunc efficitur sed. 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7F6AE95-B6EE-4C2B-8982-2E15916B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Lowlights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F5CF3C2-A35B-4374-871A-C68ACFAD473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latin typeface="+mj-lt"/>
              </a:rPr>
              <a:t>Nulla a erat eget nunc hendrerit ultrices eu nec nulla. Donec viverra leo aliquet, auctor quam id, convallis orci. </a:t>
            </a:r>
          </a:p>
          <a:p>
            <a:r>
              <a:rPr lang="en-US" sz="1800" dirty="0">
                <a:latin typeface="+mj-lt"/>
              </a:rPr>
              <a:t>Sed in molestie est. Cras ornare turpis at ligula posuere, sit amet accumsan neque lobortis.</a:t>
            </a:r>
          </a:p>
          <a:p>
            <a:r>
              <a:rPr lang="en-US" sz="1800" dirty="0">
                <a:latin typeface="+mj-lt"/>
              </a:rPr>
              <a:t>Maecenas mattis risus ligula, sed ullamcorper nunc efficitur sed. </a:t>
            </a:r>
          </a:p>
        </p:txBody>
      </p:sp>
    </p:spTree>
    <p:extLst>
      <p:ext uri="{BB962C8B-B14F-4D97-AF65-F5344CB8AC3E}">
        <p14:creationId xmlns:p14="http://schemas.microsoft.com/office/powerpoint/2010/main" val="1511474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E5E388D-0F85-4EDA-A59C-C4E14987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Project Updates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D6565CB-45A4-465A-A747-D83A67D205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8313684"/>
              </p:ext>
            </p:extLst>
          </p:nvPr>
        </p:nvGraphicFramePr>
        <p:xfrm>
          <a:off x="1216025" y="2108199"/>
          <a:ext cx="9939656" cy="3499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914">
                  <a:extLst>
                    <a:ext uri="{9D8B030D-6E8A-4147-A177-3AD203B41FA5}">
                      <a16:colId xmlns:a16="http://schemas.microsoft.com/office/drawing/2014/main" val="2527041651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2564999608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1779352262"/>
                    </a:ext>
                  </a:extLst>
                </a:gridCol>
                <a:gridCol w="2484914">
                  <a:extLst>
                    <a:ext uri="{9D8B030D-6E8A-4147-A177-3AD203B41FA5}">
                      <a16:colId xmlns:a16="http://schemas.microsoft.com/office/drawing/2014/main" val="2529204405"/>
                    </a:ext>
                  </a:extLst>
                </a:gridCol>
              </a:tblGrid>
              <a:tr h="673101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Q1</a:t>
                      </a:r>
                    </a:p>
                  </a:txBody>
                  <a:tcPr marL="108757" marR="108757" marT="54378" marB="5437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Q2</a:t>
                      </a:r>
                    </a:p>
                  </a:txBody>
                  <a:tcPr marL="108757" marR="108757" marT="54378" marB="54378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Q3</a:t>
                      </a:r>
                    </a:p>
                  </a:txBody>
                  <a:tcPr marL="108757" marR="108757" marT="54378" marB="54378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Q4</a:t>
                      </a:r>
                    </a:p>
                  </a:txBody>
                  <a:tcPr marL="108757" marR="108757" marT="54378" marB="54378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82286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854204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341735"/>
                  </a:ext>
                </a:extLst>
              </a:tr>
              <a:tr h="9421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Calibri Light" panose="020F0302020204030204" pitchFamily="34" charset="0"/>
                        </a:rPr>
                        <a:t>Lorem ipsum et tula lorem ipsum et lorem ipsum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8567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3373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2020 Plans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A8359F-00D6-408F-ACF5-D8A1A931C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Aspirations</a:t>
            </a:r>
          </a:p>
          <a:p>
            <a:r>
              <a:rPr lang="en-US" dirty="0"/>
              <a:t>New Initiatives</a:t>
            </a:r>
          </a:p>
          <a:p>
            <a:r>
              <a:rPr lang="en-US" dirty="0"/>
              <a:t>Key Metrics</a:t>
            </a:r>
          </a:p>
        </p:txBody>
      </p:sp>
      <p:sp>
        <p:nvSpPr>
          <p:cNvPr id="8" name="Freeform: Shape 8" descr="Plans">
            <a:extLst>
              <a:ext uri="{FF2B5EF4-FFF2-40B4-BE49-F238E27FC236}">
                <a16:creationId xmlns:a16="http://schemas.microsoft.com/office/drawing/2014/main" id="{2DB38FFA-F8F9-4178-AD76-00851D638B92}"/>
              </a:ext>
            </a:extLst>
          </p:cNvPr>
          <p:cNvSpPr/>
          <p:nvPr/>
        </p:nvSpPr>
        <p:spPr>
          <a:xfrm>
            <a:off x="4757976" y="2553504"/>
            <a:ext cx="515064" cy="757216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451" h="5073">
                <a:moveTo>
                  <a:pt x="1718" y="668"/>
                </a:moveTo>
                <a:cubicBezTo>
                  <a:pt x="1813" y="668"/>
                  <a:pt x="1892" y="604"/>
                  <a:pt x="1892" y="509"/>
                </a:cubicBezTo>
                <a:cubicBezTo>
                  <a:pt x="1892" y="413"/>
                  <a:pt x="1813" y="350"/>
                  <a:pt x="1718" y="350"/>
                </a:cubicBezTo>
                <a:cubicBezTo>
                  <a:pt x="1638" y="350"/>
                  <a:pt x="1558" y="413"/>
                  <a:pt x="1558" y="509"/>
                </a:cubicBezTo>
                <a:cubicBezTo>
                  <a:pt x="1558" y="604"/>
                  <a:pt x="1638" y="668"/>
                  <a:pt x="1718" y="668"/>
                </a:cubicBezTo>
                <a:close/>
                <a:moveTo>
                  <a:pt x="2242" y="700"/>
                </a:moveTo>
                <a:cubicBezTo>
                  <a:pt x="2227" y="636"/>
                  <a:pt x="2227" y="573"/>
                  <a:pt x="2227" y="509"/>
                </a:cubicBezTo>
                <a:cubicBezTo>
                  <a:pt x="2227" y="222"/>
                  <a:pt x="2004" y="0"/>
                  <a:pt x="1733" y="0"/>
                </a:cubicBezTo>
                <a:cubicBezTo>
                  <a:pt x="1447" y="0"/>
                  <a:pt x="1209" y="222"/>
                  <a:pt x="1209" y="509"/>
                </a:cubicBezTo>
                <a:lnTo>
                  <a:pt x="1209" y="700"/>
                </a:lnTo>
                <a:lnTo>
                  <a:pt x="238" y="700"/>
                </a:lnTo>
                <a:cubicBezTo>
                  <a:pt x="111" y="700"/>
                  <a:pt x="0" y="811"/>
                  <a:pt x="0" y="938"/>
                </a:cubicBezTo>
                <a:lnTo>
                  <a:pt x="0" y="4835"/>
                </a:lnTo>
                <a:cubicBezTo>
                  <a:pt x="0" y="4962"/>
                  <a:pt x="111" y="5073"/>
                  <a:pt x="238" y="5073"/>
                </a:cubicBezTo>
                <a:lnTo>
                  <a:pt x="3212" y="5073"/>
                </a:lnTo>
                <a:cubicBezTo>
                  <a:pt x="3340" y="5073"/>
                  <a:pt x="3451" y="4962"/>
                  <a:pt x="3451" y="4835"/>
                </a:cubicBezTo>
                <a:lnTo>
                  <a:pt x="3451" y="938"/>
                </a:lnTo>
                <a:cubicBezTo>
                  <a:pt x="3451" y="795"/>
                  <a:pt x="3340" y="700"/>
                  <a:pt x="3212" y="700"/>
                </a:cubicBezTo>
                <a:close/>
                <a:moveTo>
                  <a:pt x="1367" y="509"/>
                </a:moveTo>
                <a:cubicBezTo>
                  <a:pt x="1367" y="318"/>
                  <a:pt x="1527" y="159"/>
                  <a:pt x="1733" y="159"/>
                </a:cubicBezTo>
                <a:cubicBezTo>
                  <a:pt x="1908" y="159"/>
                  <a:pt x="2067" y="318"/>
                  <a:pt x="2067" y="509"/>
                </a:cubicBezTo>
                <a:cubicBezTo>
                  <a:pt x="2067" y="716"/>
                  <a:pt x="2067" y="1082"/>
                  <a:pt x="2497" y="1193"/>
                </a:cubicBezTo>
                <a:cubicBezTo>
                  <a:pt x="2624" y="1225"/>
                  <a:pt x="2719" y="1336"/>
                  <a:pt x="2736" y="1479"/>
                </a:cubicBezTo>
                <a:lnTo>
                  <a:pt x="715" y="1479"/>
                </a:lnTo>
                <a:cubicBezTo>
                  <a:pt x="731" y="1352"/>
                  <a:pt x="811" y="1225"/>
                  <a:pt x="938" y="1193"/>
                </a:cubicBezTo>
                <a:cubicBezTo>
                  <a:pt x="1367" y="1082"/>
                  <a:pt x="1367" y="716"/>
                  <a:pt x="1367" y="509"/>
                </a:cubicBezTo>
                <a:close/>
                <a:moveTo>
                  <a:pt x="668" y="1638"/>
                </a:moveTo>
                <a:lnTo>
                  <a:pt x="2767" y="1638"/>
                </a:lnTo>
                <a:cubicBezTo>
                  <a:pt x="2846" y="1638"/>
                  <a:pt x="2894" y="1591"/>
                  <a:pt x="2894" y="1511"/>
                </a:cubicBezTo>
                <a:cubicBezTo>
                  <a:pt x="2894" y="1383"/>
                  <a:pt x="2846" y="1256"/>
                  <a:pt x="2767" y="1177"/>
                </a:cubicBezTo>
                <a:lnTo>
                  <a:pt x="2879" y="1177"/>
                </a:lnTo>
                <a:cubicBezTo>
                  <a:pt x="2910" y="1177"/>
                  <a:pt x="2926" y="1177"/>
                  <a:pt x="2942" y="1193"/>
                </a:cubicBezTo>
                <a:cubicBezTo>
                  <a:pt x="2958" y="1209"/>
                  <a:pt x="2974" y="1240"/>
                  <a:pt x="2974" y="1256"/>
                </a:cubicBezTo>
                <a:lnTo>
                  <a:pt x="2974" y="4517"/>
                </a:lnTo>
                <a:cubicBezTo>
                  <a:pt x="2974" y="4564"/>
                  <a:pt x="2926" y="4596"/>
                  <a:pt x="2879" y="4596"/>
                </a:cubicBezTo>
                <a:lnTo>
                  <a:pt x="556" y="4596"/>
                </a:lnTo>
                <a:cubicBezTo>
                  <a:pt x="509" y="4596"/>
                  <a:pt x="477" y="4564"/>
                  <a:pt x="477" y="4517"/>
                </a:cubicBezTo>
                <a:lnTo>
                  <a:pt x="477" y="1256"/>
                </a:lnTo>
                <a:cubicBezTo>
                  <a:pt x="477" y="1209"/>
                  <a:pt x="509" y="1177"/>
                  <a:pt x="556" y="1177"/>
                </a:cubicBezTo>
                <a:lnTo>
                  <a:pt x="683" y="1177"/>
                </a:lnTo>
                <a:cubicBezTo>
                  <a:pt x="604" y="1272"/>
                  <a:pt x="556" y="1383"/>
                  <a:pt x="556" y="1511"/>
                </a:cubicBezTo>
                <a:cubicBezTo>
                  <a:pt x="556" y="1574"/>
                  <a:pt x="604" y="1638"/>
                  <a:pt x="668" y="1638"/>
                </a:cubicBezTo>
                <a:close/>
                <a:moveTo>
                  <a:pt x="3292" y="938"/>
                </a:moveTo>
                <a:lnTo>
                  <a:pt x="3292" y="4835"/>
                </a:lnTo>
                <a:cubicBezTo>
                  <a:pt x="3292" y="4883"/>
                  <a:pt x="3244" y="4915"/>
                  <a:pt x="3212" y="4915"/>
                </a:cubicBezTo>
                <a:lnTo>
                  <a:pt x="238" y="4915"/>
                </a:lnTo>
                <a:cubicBezTo>
                  <a:pt x="191" y="4915"/>
                  <a:pt x="159" y="4883"/>
                  <a:pt x="159" y="4835"/>
                </a:cubicBezTo>
                <a:lnTo>
                  <a:pt x="159" y="938"/>
                </a:lnTo>
                <a:cubicBezTo>
                  <a:pt x="159" y="891"/>
                  <a:pt x="191" y="859"/>
                  <a:pt x="238" y="859"/>
                </a:cubicBezTo>
                <a:lnTo>
                  <a:pt x="1161" y="859"/>
                </a:lnTo>
                <a:cubicBezTo>
                  <a:pt x="1129" y="922"/>
                  <a:pt x="1065" y="986"/>
                  <a:pt x="986" y="1018"/>
                </a:cubicBezTo>
                <a:lnTo>
                  <a:pt x="970" y="1018"/>
                </a:lnTo>
                <a:lnTo>
                  <a:pt x="556" y="1018"/>
                </a:lnTo>
                <a:cubicBezTo>
                  <a:pt x="429" y="1018"/>
                  <a:pt x="318" y="1129"/>
                  <a:pt x="318" y="1256"/>
                </a:cubicBezTo>
                <a:lnTo>
                  <a:pt x="318" y="4517"/>
                </a:lnTo>
                <a:cubicBezTo>
                  <a:pt x="318" y="4644"/>
                  <a:pt x="429" y="4755"/>
                  <a:pt x="556" y="4755"/>
                </a:cubicBezTo>
                <a:lnTo>
                  <a:pt x="2879" y="4755"/>
                </a:lnTo>
                <a:cubicBezTo>
                  <a:pt x="3022" y="4755"/>
                  <a:pt x="3133" y="4644"/>
                  <a:pt x="3133" y="4517"/>
                </a:cubicBezTo>
                <a:lnTo>
                  <a:pt x="3133" y="1256"/>
                </a:lnTo>
                <a:cubicBezTo>
                  <a:pt x="3133" y="1193"/>
                  <a:pt x="3101" y="1129"/>
                  <a:pt x="3054" y="1082"/>
                </a:cubicBezTo>
                <a:cubicBezTo>
                  <a:pt x="3006" y="1034"/>
                  <a:pt x="2958" y="1018"/>
                  <a:pt x="2879" y="1018"/>
                </a:cubicBezTo>
                <a:lnTo>
                  <a:pt x="2465" y="1018"/>
                </a:lnTo>
                <a:cubicBezTo>
                  <a:pt x="2370" y="986"/>
                  <a:pt x="2306" y="922"/>
                  <a:pt x="2274" y="859"/>
                </a:cubicBezTo>
                <a:lnTo>
                  <a:pt x="3212" y="859"/>
                </a:lnTo>
                <a:cubicBezTo>
                  <a:pt x="3244" y="859"/>
                  <a:pt x="3292" y="891"/>
                  <a:pt x="3292" y="938"/>
                </a:cubicBezTo>
                <a:close/>
                <a:moveTo>
                  <a:pt x="1400" y="3737"/>
                </a:moveTo>
                <a:cubicBezTo>
                  <a:pt x="1415" y="3754"/>
                  <a:pt x="1431" y="3769"/>
                  <a:pt x="1447" y="3769"/>
                </a:cubicBezTo>
                <a:cubicBezTo>
                  <a:pt x="1463" y="3769"/>
                  <a:pt x="1495" y="3754"/>
                  <a:pt x="1510" y="3737"/>
                </a:cubicBezTo>
                <a:lnTo>
                  <a:pt x="2560" y="2688"/>
                </a:lnTo>
                <a:cubicBezTo>
                  <a:pt x="2592" y="2656"/>
                  <a:pt x="2592" y="2592"/>
                  <a:pt x="2560" y="2561"/>
                </a:cubicBezTo>
                <a:cubicBezTo>
                  <a:pt x="2545" y="2545"/>
                  <a:pt x="2481" y="2545"/>
                  <a:pt x="2449" y="2561"/>
                </a:cubicBezTo>
                <a:lnTo>
                  <a:pt x="1447" y="3579"/>
                </a:lnTo>
                <a:lnTo>
                  <a:pt x="1018" y="3133"/>
                </a:lnTo>
                <a:cubicBezTo>
                  <a:pt x="986" y="3101"/>
                  <a:pt x="938" y="3101"/>
                  <a:pt x="906" y="3133"/>
                </a:cubicBezTo>
                <a:cubicBezTo>
                  <a:pt x="874" y="3165"/>
                  <a:pt x="874" y="3228"/>
                  <a:pt x="906" y="3245"/>
                </a:cubicBezTo>
                <a:close/>
              </a:path>
            </a:pathLst>
          </a:custGeom>
          <a:solidFill>
            <a:schemeClr val="bg1"/>
          </a:solidFill>
          <a:ln cap="flat">
            <a:noFill/>
            <a:prstDash val="solid"/>
          </a:ln>
        </p:spPr>
        <p:txBody>
          <a:bodyPr vert="horz" wrap="none" lIns="90000" tIns="45000" rIns="90000" bIns="45000" anchor="ctr" anchorCtr="1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dirty="0">
              <a:ln>
                <a:noFill/>
              </a:ln>
              <a:latin typeface="Arial" pitchFamily="18"/>
              <a:ea typeface="SimSun" pitchFamily="2"/>
              <a:cs typeface="Lucida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60388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2020 Plans</a:t>
            </a:r>
          </a:p>
        </p:txBody>
      </p:sp>
      <p:graphicFrame>
        <p:nvGraphicFramePr>
          <p:cNvPr id="9" name="Content Placeholder 6" descr="Action plans and respective icons">
            <a:extLst>
              <a:ext uri="{FF2B5EF4-FFF2-40B4-BE49-F238E27FC236}">
                <a16:creationId xmlns:a16="http://schemas.microsoft.com/office/drawing/2014/main" id="{B0AB7E84-2C4E-4170-8A50-4B76D09657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784676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71572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2408148-307A-49CD-B792-9631633A9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000" dirty="0">
                <a:solidFill>
                  <a:srgbClr val="314052"/>
                </a:solidFill>
              </a:rPr>
              <a:t>Aspirations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D16F5AB-A34F-4AEC-99FE-B5892AD21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90855"/>
            <a:ext cx="3084844" cy="331176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600" cap="all" spc="200" dirty="0"/>
              <a:t>What is your big idea for the coming year?</a:t>
            </a:r>
          </a:p>
        </p:txBody>
      </p:sp>
      <p:pic>
        <p:nvPicPr>
          <p:cNvPr id="13" name="Picture Placeholder 12" descr="A large airplane flying high up in the air&#10;&#10;">
            <a:extLst>
              <a:ext uri="{FF2B5EF4-FFF2-40B4-BE49-F238E27FC236}">
                <a16:creationId xmlns:a16="http://schemas.microsoft.com/office/drawing/2014/main" id="{D7465B01-98C0-49B4-89B4-A4F1341745B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/>
        </p:blipFill>
        <p:spPr>
          <a:xfrm>
            <a:off x="4080728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4052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FEFADC-1ECC-45BD-B9E8-3CFEF6CE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New 2020 Initiatives</a:t>
            </a:r>
          </a:p>
        </p:txBody>
      </p:sp>
      <p:pic>
        <p:nvPicPr>
          <p:cNvPr id="8" name="Picture Placeholder 7" descr="People are discussing something">
            <a:extLst>
              <a:ext uri="{FF2B5EF4-FFF2-40B4-BE49-F238E27FC236}">
                <a16:creationId xmlns:a16="http://schemas.microsoft.com/office/drawing/2014/main" id="{7830119B-592B-41DB-B601-F7EB61B4E1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618" r="12950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F28FD-683A-4188-810D-0EBFAB2865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US" dirty="0">
                <a:latin typeface="+mj-lt"/>
              </a:rPr>
              <a:t>What are your keys plans for the coming year?</a:t>
            </a:r>
          </a:p>
          <a:p>
            <a:r>
              <a:rPr lang="en-US" dirty="0">
                <a:latin typeface="+mj-lt"/>
              </a:rPr>
              <a:t>One</a:t>
            </a:r>
          </a:p>
          <a:p>
            <a:r>
              <a:rPr lang="en-US" dirty="0">
                <a:latin typeface="+mj-lt"/>
              </a:rPr>
              <a:t>Two</a:t>
            </a:r>
          </a:p>
          <a:p>
            <a:r>
              <a:rPr lang="en-US" dirty="0">
                <a:latin typeface="+mj-lt"/>
              </a:rPr>
              <a:t>Three</a:t>
            </a:r>
          </a:p>
        </p:txBody>
      </p:sp>
    </p:spTree>
    <p:extLst>
      <p:ext uri="{BB962C8B-B14F-4D97-AF65-F5344CB8AC3E}">
        <p14:creationId xmlns:p14="http://schemas.microsoft.com/office/powerpoint/2010/main" val="31455138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050037D-17B6-4B6A-BF3A-E271DFEB9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Metrics</a:t>
            </a:r>
          </a:p>
        </p:txBody>
      </p:sp>
      <p:graphicFrame>
        <p:nvGraphicFramePr>
          <p:cNvPr id="10" name="Content Placeholder 5" descr="Line chart, progress chart">
            <a:extLst>
              <a:ext uri="{FF2B5EF4-FFF2-40B4-BE49-F238E27FC236}">
                <a16:creationId xmlns:a16="http://schemas.microsoft.com/office/drawing/2014/main" id="{6574203E-A0B2-46E6-954F-B68557A5A3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948188"/>
              </p:ext>
            </p:extLst>
          </p:nvPr>
        </p:nvGraphicFramePr>
        <p:xfrm>
          <a:off x="1216025" y="2108200"/>
          <a:ext cx="10058400" cy="3760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880685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7366F56-B8FF-48A0-AF71-EC4BD953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People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4FED9E-E7B7-481E-8BD9-53BE272F0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Executive Team</a:t>
            </a:r>
          </a:p>
          <a:p>
            <a:r>
              <a:rPr lang="en-US" dirty="0"/>
              <a:t>New Employees</a:t>
            </a:r>
          </a:p>
          <a:p>
            <a:r>
              <a:rPr lang="en-US" dirty="0"/>
              <a:t>Anniversaries</a:t>
            </a:r>
          </a:p>
        </p:txBody>
      </p:sp>
      <p:sp>
        <p:nvSpPr>
          <p:cNvPr id="5" name="Rectangle 4" descr="Users">
            <a:extLst>
              <a:ext uri="{FF2B5EF4-FFF2-40B4-BE49-F238E27FC236}">
                <a16:creationId xmlns:a16="http://schemas.microsoft.com/office/drawing/2014/main" id="{C123C14A-AC1C-49E6-84C6-5EC75804E103}"/>
              </a:ext>
            </a:extLst>
          </p:cNvPr>
          <p:cNvSpPr/>
          <p:nvPr/>
        </p:nvSpPr>
        <p:spPr>
          <a:xfrm>
            <a:off x="4511716" y="2417888"/>
            <a:ext cx="1043437" cy="1043437"/>
          </a:xfrm>
          <a:prstGeom prst="rect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28228821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7366F56-B8FF-48A0-AF71-EC4BD9531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Our People</a:t>
            </a:r>
          </a:p>
        </p:txBody>
      </p:sp>
      <p:graphicFrame>
        <p:nvGraphicFramePr>
          <p:cNvPr id="9" name="Content Placeholder 6" descr="Team member info and icons">
            <a:extLst>
              <a:ext uri="{FF2B5EF4-FFF2-40B4-BE49-F238E27FC236}">
                <a16:creationId xmlns:a16="http://schemas.microsoft.com/office/drawing/2014/main" id="{CC411424-8938-42A7-94CD-5021A95CB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953958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46105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Company , Office ">
            <a:extLst>
              <a:ext uri="{FF2B5EF4-FFF2-40B4-BE49-F238E27FC236}">
                <a16:creationId xmlns:a16="http://schemas.microsoft.com/office/drawing/2014/main" id="{252793D9-9D19-46B1-AC25-73D1587617B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3541486"/>
          </a:xfr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6B9FD8B-5D1C-457B-8A59-E4F48DF9C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3541486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 descr="Male ">
            <a:extLst>
              <a:ext uri="{FF2B5EF4-FFF2-40B4-BE49-F238E27FC236}">
                <a16:creationId xmlns:a16="http://schemas.microsoft.com/office/drawing/2014/main" id="{ACB17B5C-4599-46ED-9FF8-F2017749EFF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67100" y="2119087"/>
            <a:ext cx="3105725" cy="2162628"/>
          </a:xfrm>
          <a:prstGeom prst="rect">
            <a:avLst/>
          </a:prstGeom>
        </p:spPr>
      </p:pic>
      <p:pic>
        <p:nvPicPr>
          <p:cNvPr id="8" name="Picture 7" descr="A person giving pose&#10;&#10;">
            <a:extLst>
              <a:ext uri="{FF2B5EF4-FFF2-40B4-BE49-F238E27FC236}">
                <a16:creationId xmlns:a16="http://schemas.microsoft.com/office/drawing/2014/main" id="{70886311-3B64-4DC3-B8DA-A60A6A4632C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7279" y="2119085"/>
            <a:ext cx="3105724" cy="2162629"/>
          </a:xfrm>
          <a:prstGeom prst="rect">
            <a:avLst/>
          </a:prstGeom>
        </p:spPr>
      </p:pic>
      <p:pic>
        <p:nvPicPr>
          <p:cNvPr id="3" name="Picture 2" descr="A person looking at the camera&#10;&#10;">
            <a:extLst>
              <a:ext uri="{FF2B5EF4-FFF2-40B4-BE49-F238E27FC236}">
                <a16:creationId xmlns:a16="http://schemas.microsoft.com/office/drawing/2014/main" id="{5301A91A-F36F-4DD8-B727-D80D34662D97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2190" y="2119087"/>
            <a:ext cx="3105724" cy="216262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0C9D11D0-1CA9-42D5-AF43-178886E16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Team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47B9F0-E0A0-4BBE-B121-CB430CF0BA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7FCD230-80C3-4221-BD83-0AF697C8C66A}"/>
              </a:ext>
            </a:extLst>
          </p:cNvPr>
          <p:cNvSpPr/>
          <p:nvPr/>
        </p:nvSpPr>
        <p:spPr>
          <a:xfrm>
            <a:off x="1395031" y="4420063"/>
            <a:ext cx="251022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CEO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FD8CEFD-B7FD-494C-9958-FFC3682AFFA4}"/>
              </a:ext>
            </a:extLst>
          </p:cNvPr>
          <p:cNvSpPr/>
          <p:nvPr/>
        </p:nvSpPr>
        <p:spPr>
          <a:xfrm>
            <a:off x="4895849" y="4425170"/>
            <a:ext cx="2400302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COO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0D034E2-BF66-4CC7-A5E7-6632D8A1EC90}"/>
              </a:ext>
            </a:extLst>
          </p:cNvPr>
          <p:cNvSpPr/>
          <p:nvPr/>
        </p:nvSpPr>
        <p:spPr>
          <a:xfrm>
            <a:off x="8442954" y="4389671"/>
            <a:ext cx="2354016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First Last</a:t>
            </a:r>
          </a:p>
          <a:p>
            <a:pPr algn="ctr"/>
            <a:r>
              <a:rPr lang="en-US" dirty="0"/>
              <a:t>CFO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3E8F64-A337-487B-B96A-8EFD2FE65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79" y="2119086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BCCE7F-7C73-48DF-B394-594D9BCF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2190" y="2119085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EB0A28-B294-49C5-9D69-34BA4D21E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67101" y="2119085"/>
            <a:ext cx="3105724" cy="12564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5807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51528-0368-45CE-A13E-EDB97BE95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Welcome New Employees</a:t>
            </a:r>
          </a:p>
        </p:txBody>
      </p:sp>
      <p:pic>
        <p:nvPicPr>
          <p:cNvPr id="10" name="Picture Placeholder 9" descr="A group of people posing for the camera&#10;">
            <a:extLst>
              <a:ext uri="{FF2B5EF4-FFF2-40B4-BE49-F238E27FC236}">
                <a16:creationId xmlns:a16="http://schemas.microsoft.com/office/drawing/2014/main" id="{802F584E-7FE7-4EA7-A8B5-FD96F72F29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729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9B328BF-1AD6-4365-B1FE-A5A396732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4" y="2108201"/>
            <a:ext cx="5983606" cy="3760891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  <a:p>
            <a:r>
              <a:rPr lang="en-US" dirty="0">
                <a:latin typeface="+mj-lt"/>
              </a:rPr>
              <a:t>First Last</a:t>
            </a:r>
          </a:p>
        </p:txBody>
      </p:sp>
    </p:spTree>
    <p:extLst>
      <p:ext uri="{BB962C8B-B14F-4D97-AF65-F5344CB8AC3E}">
        <p14:creationId xmlns:p14="http://schemas.microsoft.com/office/powerpoint/2010/main" val="11085006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D681D-B806-434D-8F8F-7B2685336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Anniversaries Congratulations!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776A932-6ABB-47FE-9460-F331784DC9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9315382"/>
              </p:ext>
            </p:extLst>
          </p:nvPr>
        </p:nvGraphicFramePr>
        <p:xfrm>
          <a:off x="1096963" y="2222048"/>
          <a:ext cx="10058400" cy="3539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339163235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998228315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982676541"/>
                    </a:ext>
                  </a:extLst>
                </a:gridCol>
              </a:tblGrid>
              <a:tr h="830900"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tx1"/>
                          </a:solidFill>
                        </a:rPr>
                        <a:t>1 year</a:t>
                      </a:r>
                    </a:p>
                  </a:txBody>
                  <a:tcPr marL="254882" marR="254882" marT="76935" marB="7693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bg1"/>
                          </a:solidFill>
                        </a:rPr>
                        <a:t>2 year</a:t>
                      </a:r>
                    </a:p>
                  </a:txBody>
                  <a:tcPr marL="254882" marR="254882" marT="76935" marB="7693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2800" dirty="0">
                          <a:solidFill>
                            <a:schemeClr val="bg1"/>
                          </a:solidFill>
                        </a:rPr>
                        <a:t>3 year</a:t>
                      </a:r>
                    </a:p>
                  </a:txBody>
                  <a:tcPr marL="254882" marR="254882" marT="76935" marB="76935"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015703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6259203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004869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031040"/>
                  </a:ext>
                </a:extLst>
              </a:tr>
              <a:tr h="6770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First Last</a:t>
                      </a: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254882" marR="254882" marT="76935" marB="7693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560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75128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A picture containing indoor. Person is signing document&#10;">
            <a:extLst>
              <a:ext uri="{FF2B5EF4-FFF2-40B4-BE49-F238E27FC236}">
                <a16:creationId xmlns:a16="http://schemas.microsoft.com/office/drawing/2014/main" id="{A7C45DDD-A694-4705-892B-497F786E968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444079D-629C-4C44-8DB6-B4B5E7C5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 Up</a:t>
            </a:r>
          </a:p>
        </p:txBody>
      </p:sp>
    </p:spTree>
    <p:extLst>
      <p:ext uri="{BB962C8B-B14F-4D97-AF65-F5344CB8AC3E}">
        <p14:creationId xmlns:p14="http://schemas.microsoft.com/office/powerpoint/2010/main" val="16640085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+mj-lt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882</Words>
  <Application>Microsoft Office PowerPoint</Application>
  <PresentationFormat>Widescreen</PresentationFormat>
  <Paragraphs>231</Paragraphs>
  <Slides>40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Century Gothic</vt:lpstr>
      <vt:lpstr>Times New Roman</vt:lpstr>
      <vt:lpstr>Wingdings</vt:lpstr>
      <vt:lpstr>RetrospectVTI</vt:lpstr>
      <vt:lpstr>PowerPoint Presentation</vt:lpstr>
      <vt:lpstr>Outline</vt:lpstr>
      <vt:lpstr>Introduction</vt:lpstr>
      <vt:lpstr>Motivation </vt:lpstr>
      <vt:lpstr>Challenges </vt:lpstr>
      <vt:lpstr>Objective </vt:lpstr>
      <vt:lpstr>Literature Review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Our Story</vt:lpstr>
      <vt:lpstr>Mission</vt:lpstr>
      <vt:lpstr>Philosophy</vt:lpstr>
      <vt:lpstr>Our Products and Services</vt:lpstr>
      <vt:lpstr>Key Achievements</vt:lpstr>
      <vt:lpstr>2019 Results</vt:lpstr>
      <vt:lpstr>20XX Performance</vt:lpstr>
      <vt:lpstr>Survey Results</vt:lpstr>
      <vt:lpstr>Reflecting back</vt:lpstr>
      <vt:lpstr>Key Project Updates</vt:lpstr>
      <vt:lpstr>2020 Plans</vt:lpstr>
      <vt:lpstr>2020 Plans</vt:lpstr>
      <vt:lpstr>Aspirations</vt:lpstr>
      <vt:lpstr>New 2020 Initiatives</vt:lpstr>
      <vt:lpstr>Key Metrics</vt:lpstr>
      <vt:lpstr>Our People</vt:lpstr>
      <vt:lpstr>Our People</vt:lpstr>
      <vt:lpstr>Executive Team</vt:lpstr>
      <vt:lpstr>Welcome New Employees</vt:lpstr>
      <vt:lpstr>Anniversaries Congratulations!</vt:lpstr>
      <vt:lpstr>Wrap Up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2020-07-06T05:46:26Z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